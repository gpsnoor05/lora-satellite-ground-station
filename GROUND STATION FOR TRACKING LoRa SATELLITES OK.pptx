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25F125-BBBC-9F11-DA11-A6DEECD0DCAD}" v="239" dt="2026-02-05T05:50:13.842"/>
    <p1510:client id="{CC072550-22A1-8246-0B31-7DE284747A15}" v="44" dt="2026-02-05T06:42:52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C60F44-A2C0-489F-AFFF-565CDECE64D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0203664-2F14-4976-81B3-B30FCF197335}">
      <dgm:prSet/>
      <dgm:spPr/>
      <dgm:t>
        <a:bodyPr/>
        <a:lstStyle/>
        <a:p>
          <a:r>
            <a:rPr lang="en-US"/>
            <a:t>Growing demand for IoT and satellite communication</a:t>
          </a:r>
        </a:p>
      </dgm:t>
    </dgm:pt>
    <dgm:pt modelId="{45E5D48D-FBAE-4CBA-8EBC-8CD8E2EA07CE}" type="parTrans" cxnId="{AAD490C5-315D-49F7-86FA-6DB4D7D64F6B}">
      <dgm:prSet/>
      <dgm:spPr/>
      <dgm:t>
        <a:bodyPr/>
        <a:lstStyle/>
        <a:p>
          <a:endParaRPr lang="en-US"/>
        </a:p>
      </dgm:t>
    </dgm:pt>
    <dgm:pt modelId="{C1D88826-5517-495E-90A2-DF443B7991A1}" type="sibTrans" cxnId="{AAD490C5-315D-49F7-86FA-6DB4D7D64F6B}">
      <dgm:prSet/>
      <dgm:spPr/>
      <dgm:t>
        <a:bodyPr/>
        <a:lstStyle/>
        <a:p>
          <a:endParaRPr lang="en-US"/>
        </a:p>
      </dgm:t>
    </dgm:pt>
    <dgm:pt modelId="{765E3BE1-E968-403B-849A-40C11D3BB57C}">
      <dgm:prSet/>
      <dgm:spPr/>
      <dgm:t>
        <a:bodyPr/>
        <a:lstStyle/>
        <a:p>
          <a:r>
            <a:rPr lang="en-US"/>
            <a:t>Limitations of traditional wireless technologies</a:t>
          </a:r>
        </a:p>
      </dgm:t>
    </dgm:pt>
    <dgm:pt modelId="{8813F787-6F7D-4CEF-AED3-9868D756D3E5}" type="parTrans" cxnId="{E7C4F3C2-FEE7-4D06-A4C9-3C40EAC16C47}">
      <dgm:prSet/>
      <dgm:spPr/>
      <dgm:t>
        <a:bodyPr/>
        <a:lstStyle/>
        <a:p>
          <a:endParaRPr lang="en-US"/>
        </a:p>
      </dgm:t>
    </dgm:pt>
    <dgm:pt modelId="{B079A39C-4840-4F2D-85A9-1EA7495D1F07}" type="sibTrans" cxnId="{E7C4F3C2-FEE7-4D06-A4C9-3C40EAC16C47}">
      <dgm:prSet/>
      <dgm:spPr/>
      <dgm:t>
        <a:bodyPr/>
        <a:lstStyle/>
        <a:p>
          <a:endParaRPr lang="en-US"/>
        </a:p>
      </dgm:t>
    </dgm:pt>
    <dgm:pt modelId="{36981806-9C9D-4605-A513-2D8452B51CDF}">
      <dgm:prSet/>
      <dgm:spPr/>
      <dgm:t>
        <a:bodyPr/>
        <a:lstStyle/>
        <a:p>
          <a:r>
            <a:rPr lang="en-US"/>
            <a:t>LoRa as a low-power, long-range solution</a:t>
          </a:r>
        </a:p>
      </dgm:t>
    </dgm:pt>
    <dgm:pt modelId="{4E4429BF-C109-4DC3-B3B3-350448C9ACBF}" type="parTrans" cxnId="{1C47D5C4-CFBC-468A-9EDD-F5BA0F2674C1}">
      <dgm:prSet/>
      <dgm:spPr/>
      <dgm:t>
        <a:bodyPr/>
        <a:lstStyle/>
        <a:p>
          <a:endParaRPr lang="en-US"/>
        </a:p>
      </dgm:t>
    </dgm:pt>
    <dgm:pt modelId="{C3CEBD17-8019-4F1B-85BA-A25BBF586EE5}" type="sibTrans" cxnId="{1C47D5C4-CFBC-468A-9EDD-F5BA0F2674C1}">
      <dgm:prSet/>
      <dgm:spPr/>
      <dgm:t>
        <a:bodyPr/>
        <a:lstStyle/>
        <a:p>
          <a:endParaRPr lang="en-US"/>
        </a:p>
      </dgm:t>
    </dgm:pt>
    <dgm:pt modelId="{3A832956-A572-4292-884F-802A5D0FFD42}">
      <dgm:prSet/>
      <dgm:spPr/>
      <dgm:t>
        <a:bodyPr/>
        <a:lstStyle/>
        <a:p>
          <a:r>
            <a:rPr lang="en-US"/>
            <a:t>Use of LoRa in modern CubeSat missions</a:t>
          </a:r>
        </a:p>
      </dgm:t>
    </dgm:pt>
    <dgm:pt modelId="{3487D45A-4D02-49D5-A3A7-CB905A44BEB4}" type="parTrans" cxnId="{AD855FAF-FF09-45AC-91EB-C833DD78611B}">
      <dgm:prSet/>
      <dgm:spPr/>
      <dgm:t>
        <a:bodyPr/>
        <a:lstStyle/>
        <a:p>
          <a:endParaRPr lang="en-US"/>
        </a:p>
      </dgm:t>
    </dgm:pt>
    <dgm:pt modelId="{F4A394FE-1DE6-4D7F-8A82-5EF0BD7C05D3}" type="sibTrans" cxnId="{AD855FAF-FF09-45AC-91EB-C833DD78611B}">
      <dgm:prSet/>
      <dgm:spPr/>
      <dgm:t>
        <a:bodyPr/>
        <a:lstStyle/>
        <a:p>
          <a:endParaRPr lang="en-US"/>
        </a:p>
      </dgm:t>
    </dgm:pt>
    <dgm:pt modelId="{971D3D6A-6C21-4F1F-A010-038F753720E0}" type="pres">
      <dgm:prSet presAssocID="{FDC60F44-A2C0-489F-AFFF-565CDECE64D3}" presName="root" presStyleCnt="0">
        <dgm:presLayoutVars>
          <dgm:dir/>
          <dgm:resizeHandles val="exact"/>
        </dgm:presLayoutVars>
      </dgm:prSet>
      <dgm:spPr/>
    </dgm:pt>
    <dgm:pt modelId="{804E0615-64E7-4729-B68D-5121F1A22F13}" type="pres">
      <dgm:prSet presAssocID="{B0203664-2F14-4976-81B3-B30FCF197335}" presName="compNode" presStyleCnt="0"/>
      <dgm:spPr/>
    </dgm:pt>
    <dgm:pt modelId="{8B7DB297-E070-4808-839A-DDA6462E2211}" type="pres">
      <dgm:prSet presAssocID="{B0203664-2F14-4976-81B3-B30FCF197335}" presName="bgRect" presStyleLbl="bgShp" presStyleIdx="0" presStyleCnt="4"/>
      <dgm:spPr/>
    </dgm:pt>
    <dgm:pt modelId="{7F7EFBA0-B515-4E24-9A2A-B0A1CB5E7E81}" type="pres">
      <dgm:prSet presAssocID="{B0203664-2F14-4976-81B3-B30FCF1973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3EB0FFB3-9F12-4815-9C1E-90CBCCCE05BF}" type="pres">
      <dgm:prSet presAssocID="{B0203664-2F14-4976-81B3-B30FCF197335}" presName="spaceRect" presStyleCnt="0"/>
      <dgm:spPr/>
    </dgm:pt>
    <dgm:pt modelId="{9BBB5046-8567-442E-B35D-164619A966EC}" type="pres">
      <dgm:prSet presAssocID="{B0203664-2F14-4976-81B3-B30FCF197335}" presName="parTx" presStyleLbl="revTx" presStyleIdx="0" presStyleCnt="4">
        <dgm:presLayoutVars>
          <dgm:chMax val="0"/>
          <dgm:chPref val="0"/>
        </dgm:presLayoutVars>
      </dgm:prSet>
      <dgm:spPr/>
    </dgm:pt>
    <dgm:pt modelId="{5798C621-590A-4453-A0DF-4B9543F200BC}" type="pres">
      <dgm:prSet presAssocID="{C1D88826-5517-495E-90A2-DF443B7991A1}" presName="sibTrans" presStyleCnt="0"/>
      <dgm:spPr/>
    </dgm:pt>
    <dgm:pt modelId="{E6B06404-CB86-4B57-8409-5EB0B1ED8F61}" type="pres">
      <dgm:prSet presAssocID="{765E3BE1-E968-403B-849A-40C11D3BB57C}" presName="compNode" presStyleCnt="0"/>
      <dgm:spPr/>
    </dgm:pt>
    <dgm:pt modelId="{F0EFDE2A-E38B-46CE-8FA8-4E94C0CBBDDF}" type="pres">
      <dgm:prSet presAssocID="{765E3BE1-E968-403B-849A-40C11D3BB57C}" presName="bgRect" presStyleLbl="bgShp" presStyleIdx="1" presStyleCnt="4"/>
      <dgm:spPr/>
    </dgm:pt>
    <dgm:pt modelId="{D33F6D42-B7D7-4EC4-81FA-7E3118F2002C}" type="pres">
      <dgm:prSet presAssocID="{765E3BE1-E968-403B-849A-40C11D3BB5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B1C3E422-56BF-4002-A176-69D83EE903CC}" type="pres">
      <dgm:prSet presAssocID="{765E3BE1-E968-403B-849A-40C11D3BB57C}" presName="spaceRect" presStyleCnt="0"/>
      <dgm:spPr/>
    </dgm:pt>
    <dgm:pt modelId="{5B94DDCD-5D6B-4D2C-B01D-E8CEEDCD241F}" type="pres">
      <dgm:prSet presAssocID="{765E3BE1-E968-403B-849A-40C11D3BB57C}" presName="parTx" presStyleLbl="revTx" presStyleIdx="1" presStyleCnt="4">
        <dgm:presLayoutVars>
          <dgm:chMax val="0"/>
          <dgm:chPref val="0"/>
        </dgm:presLayoutVars>
      </dgm:prSet>
      <dgm:spPr/>
    </dgm:pt>
    <dgm:pt modelId="{CA792482-33F1-4111-9DB5-C10E2E916158}" type="pres">
      <dgm:prSet presAssocID="{B079A39C-4840-4F2D-85A9-1EA7495D1F07}" presName="sibTrans" presStyleCnt="0"/>
      <dgm:spPr/>
    </dgm:pt>
    <dgm:pt modelId="{3DD9B669-8D46-409F-8091-5CAB044539FB}" type="pres">
      <dgm:prSet presAssocID="{36981806-9C9D-4605-A513-2D8452B51CDF}" presName="compNode" presStyleCnt="0"/>
      <dgm:spPr/>
    </dgm:pt>
    <dgm:pt modelId="{10BEF1B2-337D-4A5C-A2A9-DAEA07A087C5}" type="pres">
      <dgm:prSet presAssocID="{36981806-9C9D-4605-A513-2D8452B51CDF}" presName="bgRect" presStyleLbl="bgShp" presStyleIdx="2" presStyleCnt="4"/>
      <dgm:spPr/>
    </dgm:pt>
    <dgm:pt modelId="{9CF43B2F-5F41-47DD-90CC-8561FFAC77D3}" type="pres">
      <dgm:prSet presAssocID="{36981806-9C9D-4605-A513-2D8452B51C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42E41D6D-0675-467F-B24D-9FD6A3DA3727}" type="pres">
      <dgm:prSet presAssocID="{36981806-9C9D-4605-A513-2D8452B51CDF}" presName="spaceRect" presStyleCnt="0"/>
      <dgm:spPr/>
    </dgm:pt>
    <dgm:pt modelId="{E9118EB0-D20D-4D31-BE6D-5DF4C295E706}" type="pres">
      <dgm:prSet presAssocID="{36981806-9C9D-4605-A513-2D8452B51CDF}" presName="parTx" presStyleLbl="revTx" presStyleIdx="2" presStyleCnt="4">
        <dgm:presLayoutVars>
          <dgm:chMax val="0"/>
          <dgm:chPref val="0"/>
        </dgm:presLayoutVars>
      </dgm:prSet>
      <dgm:spPr/>
    </dgm:pt>
    <dgm:pt modelId="{79859294-E4C3-4063-82B2-32F0BD04507F}" type="pres">
      <dgm:prSet presAssocID="{C3CEBD17-8019-4F1B-85BA-A25BBF586EE5}" presName="sibTrans" presStyleCnt="0"/>
      <dgm:spPr/>
    </dgm:pt>
    <dgm:pt modelId="{41CCC24B-EAD6-4BC5-8C9B-9721C99CFC81}" type="pres">
      <dgm:prSet presAssocID="{3A832956-A572-4292-884F-802A5D0FFD42}" presName="compNode" presStyleCnt="0"/>
      <dgm:spPr/>
    </dgm:pt>
    <dgm:pt modelId="{30D41D34-1071-429A-921A-D27574D6771C}" type="pres">
      <dgm:prSet presAssocID="{3A832956-A572-4292-884F-802A5D0FFD42}" presName="bgRect" presStyleLbl="bgShp" presStyleIdx="3" presStyleCnt="4"/>
      <dgm:spPr/>
    </dgm:pt>
    <dgm:pt modelId="{BD5A43E4-D839-41EC-BBC9-6F0C2BC61F5B}" type="pres">
      <dgm:prSet presAssocID="{3A832956-A572-4292-884F-802A5D0FFD4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855AD4B-141D-4F0A-BFBB-0F67F4C960E5}" type="pres">
      <dgm:prSet presAssocID="{3A832956-A572-4292-884F-802A5D0FFD42}" presName="spaceRect" presStyleCnt="0"/>
      <dgm:spPr/>
    </dgm:pt>
    <dgm:pt modelId="{C4EE97D5-7196-4AF0-B134-F71683D02611}" type="pres">
      <dgm:prSet presAssocID="{3A832956-A572-4292-884F-802A5D0FFD4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72BAB5B-170E-4CF9-BF08-2C7A86835513}" type="presOf" srcId="{B0203664-2F14-4976-81B3-B30FCF197335}" destId="{9BBB5046-8567-442E-B35D-164619A966EC}" srcOrd="0" destOrd="0" presId="urn:microsoft.com/office/officeart/2018/2/layout/IconVerticalSolidList"/>
    <dgm:cxn modelId="{1D677078-F748-4CD8-91DB-1B21B4CBA7CA}" type="presOf" srcId="{3A832956-A572-4292-884F-802A5D0FFD42}" destId="{C4EE97D5-7196-4AF0-B134-F71683D02611}" srcOrd="0" destOrd="0" presId="urn:microsoft.com/office/officeart/2018/2/layout/IconVerticalSolidList"/>
    <dgm:cxn modelId="{AD855FAF-FF09-45AC-91EB-C833DD78611B}" srcId="{FDC60F44-A2C0-489F-AFFF-565CDECE64D3}" destId="{3A832956-A572-4292-884F-802A5D0FFD42}" srcOrd="3" destOrd="0" parTransId="{3487D45A-4D02-49D5-A3A7-CB905A44BEB4}" sibTransId="{F4A394FE-1DE6-4D7F-8A82-5EF0BD7C05D3}"/>
    <dgm:cxn modelId="{E7C4F3C2-FEE7-4D06-A4C9-3C40EAC16C47}" srcId="{FDC60F44-A2C0-489F-AFFF-565CDECE64D3}" destId="{765E3BE1-E968-403B-849A-40C11D3BB57C}" srcOrd="1" destOrd="0" parTransId="{8813F787-6F7D-4CEF-AED3-9868D756D3E5}" sibTransId="{B079A39C-4840-4F2D-85A9-1EA7495D1F07}"/>
    <dgm:cxn modelId="{1C47D5C4-CFBC-468A-9EDD-F5BA0F2674C1}" srcId="{FDC60F44-A2C0-489F-AFFF-565CDECE64D3}" destId="{36981806-9C9D-4605-A513-2D8452B51CDF}" srcOrd="2" destOrd="0" parTransId="{4E4429BF-C109-4DC3-B3B3-350448C9ACBF}" sibTransId="{C3CEBD17-8019-4F1B-85BA-A25BBF586EE5}"/>
    <dgm:cxn modelId="{AAD490C5-315D-49F7-86FA-6DB4D7D64F6B}" srcId="{FDC60F44-A2C0-489F-AFFF-565CDECE64D3}" destId="{B0203664-2F14-4976-81B3-B30FCF197335}" srcOrd="0" destOrd="0" parTransId="{45E5D48D-FBAE-4CBA-8EBC-8CD8E2EA07CE}" sibTransId="{C1D88826-5517-495E-90A2-DF443B7991A1}"/>
    <dgm:cxn modelId="{A078F5C7-B856-4E25-86D4-F326FDB66F84}" type="presOf" srcId="{FDC60F44-A2C0-489F-AFFF-565CDECE64D3}" destId="{971D3D6A-6C21-4F1F-A010-038F753720E0}" srcOrd="0" destOrd="0" presId="urn:microsoft.com/office/officeart/2018/2/layout/IconVerticalSolidList"/>
    <dgm:cxn modelId="{8FDBF2C8-86D5-4E25-8724-6DD55E7AD805}" type="presOf" srcId="{765E3BE1-E968-403B-849A-40C11D3BB57C}" destId="{5B94DDCD-5D6B-4D2C-B01D-E8CEEDCD241F}" srcOrd="0" destOrd="0" presId="urn:microsoft.com/office/officeart/2018/2/layout/IconVerticalSolidList"/>
    <dgm:cxn modelId="{FF5669EA-30D5-4742-9DC4-708B6F3A301E}" type="presOf" srcId="{36981806-9C9D-4605-A513-2D8452B51CDF}" destId="{E9118EB0-D20D-4D31-BE6D-5DF4C295E706}" srcOrd="0" destOrd="0" presId="urn:microsoft.com/office/officeart/2018/2/layout/IconVerticalSolidList"/>
    <dgm:cxn modelId="{8394ADDB-9C6B-4B3E-9F0F-B7D4C737910D}" type="presParOf" srcId="{971D3D6A-6C21-4F1F-A010-038F753720E0}" destId="{804E0615-64E7-4729-B68D-5121F1A22F13}" srcOrd="0" destOrd="0" presId="urn:microsoft.com/office/officeart/2018/2/layout/IconVerticalSolidList"/>
    <dgm:cxn modelId="{E671DA56-2CC7-4E8D-9660-0545DA41BF90}" type="presParOf" srcId="{804E0615-64E7-4729-B68D-5121F1A22F13}" destId="{8B7DB297-E070-4808-839A-DDA6462E2211}" srcOrd="0" destOrd="0" presId="urn:microsoft.com/office/officeart/2018/2/layout/IconVerticalSolidList"/>
    <dgm:cxn modelId="{E67417DF-7078-44F3-AE95-32A58F5CC1C1}" type="presParOf" srcId="{804E0615-64E7-4729-B68D-5121F1A22F13}" destId="{7F7EFBA0-B515-4E24-9A2A-B0A1CB5E7E81}" srcOrd="1" destOrd="0" presId="urn:microsoft.com/office/officeart/2018/2/layout/IconVerticalSolidList"/>
    <dgm:cxn modelId="{332662EA-1751-438B-B8A0-8A4075F7C0CE}" type="presParOf" srcId="{804E0615-64E7-4729-B68D-5121F1A22F13}" destId="{3EB0FFB3-9F12-4815-9C1E-90CBCCCE05BF}" srcOrd="2" destOrd="0" presId="urn:microsoft.com/office/officeart/2018/2/layout/IconVerticalSolidList"/>
    <dgm:cxn modelId="{9CF984D4-8C7B-40EB-AB63-B63A54018F4B}" type="presParOf" srcId="{804E0615-64E7-4729-B68D-5121F1A22F13}" destId="{9BBB5046-8567-442E-B35D-164619A966EC}" srcOrd="3" destOrd="0" presId="urn:microsoft.com/office/officeart/2018/2/layout/IconVerticalSolidList"/>
    <dgm:cxn modelId="{F3B7B534-C037-44BA-8239-07E3D3135245}" type="presParOf" srcId="{971D3D6A-6C21-4F1F-A010-038F753720E0}" destId="{5798C621-590A-4453-A0DF-4B9543F200BC}" srcOrd="1" destOrd="0" presId="urn:microsoft.com/office/officeart/2018/2/layout/IconVerticalSolidList"/>
    <dgm:cxn modelId="{252A2112-185E-42CC-9C8F-262A13717A7B}" type="presParOf" srcId="{971D3D6A-6C21-4F1F-A010-038F753720E0}" destId="{E6B06404-CB86-4B57-8409-5EB0B1ED8F61}" srcOrd="2" destOrd="0" presId="urn:microsoft.com/office/officeart/2018/2/layout/IconVerticalSolidList"/>
    <dgm:cxn modelId="{207C030F-6D6D-493A-8231-CFDD2929930F}" type="presParOf" srcId="{E6B06404-CB86-4B57-8409-5EB0B1ED8F61}" destId="{F0EFDE2A-E38B-46CE-8FA8-4E94C0CBBDDF}" srcOrd="0" destOrd="0" presId="urn:microsoft.com/office/officeart/2018/2/layout/IconVerticalSolidList"/>
    <dgm:cxn modelId="{41813604-CC2B-49F0-AA07-308CB10A385C}" type="presParOf" srcId="{E6B06404-CB86-4B57-8409-5EB0B1ED8F61}" destId="{D33F6D42-B7D7-4EC4-81FA-7E3118F2002C}" srcOrd="1" destOrd="0" presId="urn:microsoft.com/office/officeart/2018/2/layout/IconVerticalSolidList"/>
    <dgm:cxn modelId="{CCE83356-D071-47BB-A1B2-01D76411EBE2}" type="presParOf" srcId="{E6B06404-CB86-4B57-8409-5EB0B1ED8F61}" destId="{B1C3E422-56BF-4002-A176-69D83EE903CC}" srcOrd="2" destOrd="0" presId="urn:microsoft.com/office/officeart/2018/2/layout/IconVerticalSolidList"/>
    <dgm:cxn modelId="{7B030C97-6D05-4804-B0F9-7AAD7198C39A}" type="presParOf" srcId="{E6B06404-CB86-4B57-8409-5EB0B1ED8F61}" destId="{5B94DDCD-5D6B-4D2C-B01D-E8CEEDCD241F}" srcOrd="3" destOrd="0" presId="urn:microsoft.com/office/officeart/2018/2/layout/IconVerticalSolidList"/>
    <dgm:cxn modelId="{FEE85579-471C-41E5-B0B0-59C3F63E4BC7}" type="presParOf" srcId="{971D3D6A-6C21-4F1F-A010-038F753720E0}" destId="{CA792482-33F1-4111-9DB5-C10E2E916158}" srcOrd="3" destOrd="0" presId="urn:microsoft.com/office/officeart/2018/2/layout/IconVerticalSolidList"/>
    <dgm:cxn modelId="{044075A0-9F83-4870-BE6B-5526B7A34139}" type="presParOf" srcId="{971D3D6A-6C21-4F1F-A010-038F753720E0}" destId="{3DD9B669-8D46-409F-8091-5CAB044539FB}" srcOrd="4" destOrd="0" presId="urn:microsoft.com/office/officeart/2018/2/layout/IconVerticalSolidList"/>
    <dgm:cxn modelId="{8F838909-EA82-4B04-992B-14B53FC74699}" type="presParOf" srcId="{3DD9B669-8D46-409F-8091-5CAB044539FB}" destId="{10BEF1B2-337D-4A5C-A2A9-DAEA07A087C5}" srcOrd="0" destOrd="0" presId="urn:microsoft.com/office/officeart/2018/2/layout/IconVerticalSolidList"/>
    <dgm:cxn modelId="{6426F779-388F-4A30-895C-A8C800FD9133}" type="presParOf" srcId="{3DD9B669-8D46-409F-8091-5CAB044539FB}" destId="{9CF43B2F-5F41-47DD-90CC-8561FFAC77D3}" srcOrd="1" destOrd="0" presId="urn:microsoft.com/office/officeart/2018/2/layout/IconVerticalSolidList"/>
    <dgm:cxn modelId="{B86E8270-C03D-4AF9-8565-6ED8C4A11F7C}" type="presParOf" srcId="{3DD9B669-8D46-409F-8091-5CAB044539FB}" destId="{42E41D6D-0675-467F-B24D-9FD6A3DA3727}" srcOrd="2" destOrd="0" presId="urn:microsoft.com/office/officeart/2018/2/layout/IconVerticalSolidList"/>
    <dgm:cxn modelId="{F99644BA-370D-44F4-94EA-2E7EEF396231}" type="presParOf" srcId="{3DD9B669-8D46-409F-8091-5CAB044539FB}" destId="{E9118EB0-D20D-4D31-BE6D-5DF4C295E706}" srcOrd="3" destOrd="0" presId="urn:microsoft.com/office/officeart/2018/2/layout/IconVerticalSolidList"/>
    <dgm:cxn modelId="{5E314DB8-FD46-423D-8CCD-6C0CC1F2DFFC}" type="presParOf" srcId="{971D3D6A-6C21-4F1F-A010-038F753720E0}" destId="{79859294-E4C3-4063-82B2-32F0BD04507F}" srcOrd="5" destOrd="0" presId="urn:microsoft.com/office/officeart/2018/2/layout/IconVerticalSolidList"/>
    <dgm:cxn modelId="{98BDF2B6-6E8C-49DF-97CF-9EDCA5224164}" type="presParOf" srcId="{971D3D6A-6C21-4F1F-A010-038F753720E0}" destId="{41CCC24B-EAD6-4BC5-8C9B-9721C99CFC81}" srcOrd="6" destOrd="0" presId="urn:microsoft.com/office/officeart/2018/2/layout/IconVerticalSolidList"/>
    <dgm:cxn modelId="{1AB0F917-4684-4261-ACC0-5756D82C7040}" type="presParOf" srcId="{41CCC24B-EAD6-4BC5-8C9B-9721C99CFC81}" destId="{30D41D34-1071-429A-921A-D27574D6771C}" srcOrd="0" destOrd="0" presId="urn:microsoft.com/office/officeart/2018/2/layout/IconVerticalSolidList"/>
    <dgm:cxn modelId="{9F322991-6AFF-4F76-81E7-DB748D02A134}" type="presParOf" srcId="{41CCC24B-EAD6-4BC5-8C9B-9721C99CFC81}" destId="{BD5A43E4-D839-41EC-BBC9-6F0C2BC61F5B}" srcOrd="1" destOrd="0" presId="urn:microsoft.com/office/officeart/2018/2/layout/IconVerticalSolidList"/>
    <dgm:cxn modelId="{53BD9089-D2CE-405B-A3A5-1609BD0BFB28}" type="presParOf" srcId="{41CCC24B-EAD6-4BC5-8C9B-9721C99CFC81}" destId="{A855AD4B-141D-4F0A-BFBB-0F67F4C960E5}" srcOrd="2" destOrd="0" presId="urn:microsoft.com/office/officeart/2018/2/layout/IconVerticalSolidList"/>
    <dgm:cxn modelId="{1CBC3F51-9FDA-448A-BD83-46C4E4B34AF4}" type="presParOf" srcId="{41CCC24B-EAD6-4BC5-8C9B-9721C99CFC81}" destId="{C4EE97D5-7196-4AF0-B134-F71683D0261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8DAFAF-2064-4CFA-BFDF-F08510AFFC6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341115-7A3C-4DD4-BF4C-DF710DACF5A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LPWAN technology</a:t>
          </a:r>
          <a:endParaRPr lang="en-US"/>
        </a:p>
      </dgm:t>
    </dgm:pt>
    <dgm:pt modelId="{1D480791-0E1B-40B2-848C-FCDAB82B515A}" type="parTrans" cxnId="{78BB10D4-A45F-48A3-A591-C9E73BE7AB3D}">
      <dgm:prSet/>
      <dgm:spPr/>
      <dgm:t>
        <a:bodyPr/>
        <a:lstStyle/>
        <a:p>
          <a:endParaRPr lang="en-US"/>
        </a:p>
      </dgm:t>
    </dgm:pt>
    <dgm:pt modelId="{EF0FE1AB-3E15-4271-A060-F481BEE23B5A}" type="sibTrans" cxnId="{78BB10D4-A45F-48A3-A591-C9E73BE7AB3D}">
      <dgm:prSet/>
      <dgm:spPr/>
      <dgm:t>
        <a:bodyPr/>
        <a:lstStyle/>
        <a:p>
          <a:endParaRPr lang="en-US"/>
        </a:p>
      </dgm:t>
    </dgm:pt>
    <dgm:pt modelId="{08FAB00D-3598-4109-825A-E55590A6A04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Operates in ISM bands (433/868/915 MHz)</a:t>
          </a:r>
          <a:endParaRPr lang="en-US"/>
        </a:p>
      </dgm:t>
    </dgm:pt>
    <dgm:pt modelId="{26C49348-DBB5-4758-B36F-D7A21D48D61C}" type="parTrans" cxnId="{F53714AF-AB57-4266-9BAC-EEC8B0DFC02F}">
      <dgm:prSet/>
      <dgm:spPr/>
      <dgm:t>
        <a:bodyPr/>
        <a:lstStyle/>
        <a:p>
          <a:endParaRPr lang="en-US"/>
        </a:p>
      </dgm:t>
    </dgm:pt>
    <dgm:pt modelId="{5EDD07AC-159D-4091-9A6F-FC67F496F1EE}" type="sibTrans" cxnId="{F53714AF-AB57-4266-9BAC-EEC8B0DFC02F}">
      <dgm:prSet/>
      <dgm:spPr/>
      <dgm:t>
        <a:bodyPr/>
        <a:lstStyle/>
        <a:p>
          <a:endParaRPr lang="en-US"/>
        </a:p>
      </dgm:t>
    </dgm:pt>
    <dgm:pt modelId="{3CAD5C30-4D1D-4917-975B-CB8A447FEAF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Long range, low power</a:t>
          </a:r>
          <a:endParaRPr lang="en-US"/>
        </a:p>
      </dgm:t>
    </dgm:pt>
    <dgm:pt modelId="{85570E7C-9C1B-43D1-BD36-26EC5D73268C}" type="parTrans" cxnId="{8107C252-8E6B-443C-9AA8-81AB88C823D6}">
      <dgm:prSet/>
      <dgm:spPr/>
      <dgm:t>
        <a:bodyPr/>
        <a:lstStyle/>
        <a:p>
          <a:endParaRPr lang="en-US"/>
        </a:p>
      </dgm:t>
    </dgm:pt>
    <dgm:pt modelId="{1FF60DBB-8214-43FC-8FF5-9B358A8F8DB4}" type="sibTrans" cxnId="{8107C252-8E6B-443C-9AA8-81AB88C823D6}">
      <dgm:prSet/>
      <dgm:spPr/>
      <dgm:t>
        <a:bodyPr/>
        <a:lstStyle/>
        <a:p>
          <a:endParaRPr lang="en-US"/>
        </a:p>
      </dgm:t>
    </dgm:pt>
    <dgm:pt modelId="{F4B58D2F-FB21-49DF-AB3C-7F75727DB2E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Used in IoT and satellite telemetry</a:t>
          </a:r>
          <a:endParaRPr lang="en-US"/>
        </a:p>
      </dgm:t>
    </dgm:pt>
    <dgm:pt modelId="{8BF3582C-8C81-438C-BC46-09D21D1181F2}" type="parTrans" cxnId="{FE65A01D-494A-4A6A-B309-411B60CBE22B}">
      <dgm:prSet/>
      <dgm:spPr/>
      <dgm:t>
        <a:bodyPr/>
        <a:lstStyle/>
        <a:p>
          <a:endParaRPr lang="en-US"/>
        </a:p>
      </dgm:t>
    </dgm:pt>
    <dgm:pt modelId="{9D2D0B57-B2DB-4DEB-88C7-76D98409E143}" type="sibTrans" cxnId="{FE65A01D-494A-4A6A-B309-411B60CBE22B}">
      <dgm:prSet/>
      <dgm:spPr/>
      <dgm:t>
        <a:bodyPr/>
        <a:lstStyle/>
        <a:p>
          <a:endParaRPr lang="en-US"/>
        </a:p>
      </dgm:t>
    </dgm:pt>
    <dgm:pt modelId="{A1836661-F1C6-44BB-879C-5239F3CC3F2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“LoRa uses Chirp Spread Spectrum which allows communication over several kilometers.”</a:t>
          </a:r>
          <a:endParaRPr lang="en-US"/>
        </a:p>
      </dgm:t>
    </dgm:pt>
    <dgm:pt modelId="{AE01E610-F98D-4338-B1CA-55B7DD74F8EB}" type="parTrans" cxnId="{A14999A4-A2B5-4D8E-B74E-2BB48004E3F9}">
      <dgm:prSet/>
      <dgm:spPr/>
      <dgm:t>
        <a:bodyPr/>
        <a:lstStyle/>
        <a:p>
          <a:endParaRPr lang="en-US"/>
        </a:p>
      </dgm:t>
    </dgm:pt>
    <dgm:pt modelId="{2583CD0B-0917-4EB7-B2F8-59F08D115576}" type="sibTrans" cxnId="{A14999A4-A2B5-4D8E-B74E-2BB48004E3F9}">
      <dgm:prSet/>
      <dgm:spPr/>
      <dgm:t>
        <a:bodyPr/>
        <a:lstStyle/>
        <a:p>
          <a:endParaRPr lang="en-US"/>
        </a:p>
      </dgm:t>
    </dgm:pt>
    <dgm:pt modelId="{C335C1A8-872C-4144-B134-58FA6DD09277}" type="pres">
      <dgm:prSet presAssocID="{7C8DAFAF-2064-4CFA-BFDF-F08510AFFC6D}" presName="root" presStyleCnt="0">
        <dgm:presLayoutVars>
          <dgm:dir/>
          <dgm:resizeHandles val="exact"/>
        </dgm:presLayoutVars>
      </dgm:prSet>
      <dgm:spPr/>
    </dgm:pt>
    <dgm:pt modelId="{21D0C6F8-2331-458E-A18C-A333C6622D24}" type="pres">
      <dgm:prSet presAssocID="{B5341115-7A3C-4DD4-BF4C-DF710DACF5A5}" presName="compNode" presStyleCnt="0"/>
      <dgm:spPr/>
    </dgm:pt>
    <dgm:pt modelId="{E6C95C74-BB5A-4D94-A09D-E7D025A9CF48}" type="pres">
      <dgm:prSet presAssocID="{B5341115-7A3C-4DD4-BF4C-DF710DACF5A5}" presName="bgRect" presStyleLbl="bgShp" presStyleIdx="0" presStyleCnt="5"/>
      <dgm:spPr/>
    </dgm:pt>
    <dgm:pt modelId="{B9BF1BDC-8FC3-4F45-AF43-85BFDF0CC834}" type="pres">
      <dgm:prSet presAssocID="{B5341115-7A3C-4DD4-BF4C-DF710DACF5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A9C6997B-6BE8-4D77-931E-170525692E5C}" type="pres">
      <dgm:prSet presAssocID="{B5341115-7A3C-4DD4-BF4C-DF710DACF5A5}" presName="spaceRect" presStyleCnt="0"/>
      <dgm:spPr/>
    </dgm:pt>
    <dgm:pt modelId="{FCC85216-E0D5-454A-A677-21D2C0DEE7F0}" type="pres">
      <dgm:prSet presAssocID="{B5341115-7A3C-4DD4-BF4C-DF710DACF5A5}" presName="parTx" presStyleLbl="revTx" presStyleIdx="0" presStyleCnt="5">
        <dgm:presLayoutVars>
          <dgm:chMax val="0"/>
          <dgm:chPref val="0"/>
        </dgm:presLayoutVars>
      </dgm:prSet>
      <dgm:spPr/>
    </dgm:pt>
    <dgm:pt modelId="{C02ECB7C-18CD-49D5-A419-E09F63B8D129}" type="pres">
      <dgm:prSet presAssocID="{EF0FE1AB-3E15-4271-A060-F481BEE23B5A}" presName="sibTrans" presStyleCnt="0"/>
      <dgm:spPr/>
    </dgm:pt>
    <dgm:pt modelId="{CBAB4186-A413-4DB1-AE2C-26D248286970}" type="pres">
      <dgm:prSet presAssocID="{08FAB00D-3598-4109-825A-E55590A6A042}" presName="compNode" presStyleCnt="0"/>
      <dgm:spPr/>
    </dgm:pt>
    <dgm:pt modelId="{388FC82E-A3A1-457D-A789-401A73B5F0C0}" type="pres">
      <dgm:prSet presAssocID="{08FAB00D-3598-4109-825A-E55590A6A042}" presName="bgRect" presStyleLbl="bgShp" presStyleIdx="1" presStyleCnt="5"/>
      <dgm:spPr/>
    </dgm:pt>
    <dgm:pt modelId="{91CA7818-0755-401E-BB61-C111D20D1FA2}" type="pres">
      <dgm:prSet presAssocID="{08FAB00D-3598-4109-825A-E55590A6A04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22069902-5E4E-4617-9820-603B2606D4F6}" type="pres">
      <dgm:prSet presAssocID="{08FAB00D-3598-4109-825A-E55590A6A042}" presName="spaceRect" presStyleCnt="0"/>
      <dgm:spPr/>
    </dgm:pt>
    <dgm:pt modelId="{2D1880EA-E3BF-4DDC-BBC0-94D2BEB84383}" type="pres">
      <dgm:prSet presAssocID="{08FAB00D-3598-4109-825A-E55590A6A042}" presName="parTx" presStyleLbl="revTx" presStyleIdx="1" presStyleCnt="5">
        <dgm:presLayoutVars>
          <dgm:chMax val="0"/>
          <dgm:chPref val="0"/>
        </dgm:presLayoutVars>
      </dgm:prSet>
      <dgm:spPr/>
    </dgm:pt>
    <dgm:pt modelId="{8E42B213-EEDB-48E7-980A-5FE34EF21C0C}" type="pres">
      <dgm:prSet presAssocID="{5EDD07AC-159D-4091-9A6F-FC67F496F1EE}" presName="sibTrans" presStyleCnt="0"/>
      <dgm:spPr/>
    </dgm:pt>
    <dgm:pt modelId="{AF5295E8-C170-4793-BB63-AFFCAEBFBCC5}" type="pres">
      <dgm:prSet presAssocID="{3CAD5C30-4D1D-4917-975B-CB8A447FEAF3}" presName="compNode" presStyleCnt="0"/>
      <dgm:spPr/>
    </dgm:pt>
    <dgm:pt modelId="{E8FB7A30-3448-4CE1-B57F-9617A29FBCFE}" type="pres">
      <dgm:prSet presAssocID="{3CAD5C30-4D1D-4917-975B-CB8A447FEAF3}" presName="bgRect" presStyleLbl="bgShp" presStyleIdx="2" presStyleCnt="5"/>
      <dgm:spPr/>
    </dgm:pt>
    <dgm:pt modelId="{4B63311C-0FA6-419D-B957-9CE44936F74A}" type="pres">
      <dgm:prSet presAssocID="{3CAD5C30-4D1D-4917-975B-CB8A447FEAF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EF7FA5ED-E3DD-4F2E-B45A-36FBB26D6B0E}" type="pres">
      <dgm:prSet presAssocID="{3CAD5C30-4D1D-4917-975B-CB8A447FEAF3}" presName="spaceRect" presStyleCnt="0"/>
      <dgm:spPr/>
    </dgm:pt>
    <dgm:pt modelId="{856095CE-5F29-4444-B442-C25B6EE63197}" type="pres">
      <dgm:prSet presAssocID="{3CAD5C30-4D1D-4917-975B-CB8A447FEAF3}" presName="parTx" presStyleLbl="revTx" presStyleIdx="2" presStyleCnt="5">
        <dgm:presLayoutVars>
          <dgm:chMax val="0"/>
          <dgm:chPref val="0"/>
        </dgm:presLayoutVars>
      </dgm:prSet>
      <dgm:spPr/>
    </dgm:pt>
    <dgm:pt modelId="{573CDAEA-DB73-4A44-84F3-D75B9130D095}" type="pres">
      <dgm:prSet presAssocID="{1FF60DBB-8214-43FC-8FF5-9B358A8F8DB4}" presName="sibTrans" presStyleCnt="0"/>
      <dgm:spPr/>
    </dgm:pt>
    <dgm:pt modelId="{938AE152-C1B2-444E-A3FA-413F1AA6EA9C}" type="pres">
      <dgm:prSet presAssocID="{F4B58D2F-FB21-49DF-AB3C-7F75727DB2E4}" presName="compNode" presStyleCnt="0"/>
      <dgm:spPr/>
    </dgm:pt>
    <dgm:pt modelId="{42DCDCA7-196E-41FC-8BC0-AAF7D039E434}" type="pres">
      <dgm:prSet presAssocID="{F4B58D2F-FB21-49DF-AB3C-7F75727DB2E4}" presName="bgRect" presStyleLbl="bgShp" presStyleIdx="3" presStyleCnt="5"/>
      <dgm:spPr/>
    </dgm:pt>
    <dgm:pt modelId="{868608C4-DBCF-425B-BB33-1ED5D8B0E897}" type="pres">
      <dgm:prSet presAssocID="{F4B58D2F-FB21-49DF-AB3C-7F75727DB2E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43D19743-8FD4-4B21-B4E0-46E63D6A8533}" type="pres">
      <dgm:prSet presAssocID="{F4B58D2F-FB21-49DF-AB3C-7F75727DB2E4}" presName="spaceRect" presStyleCnt="0"/>
      <dgm:spPr/>
    </dgm:pt>
    <dgm:pt modelId="{30A55723-AA6F-4378-805A-06D062CC2CDF}" type="pres">
      <dgm:prSet presAssocID="{F4B58D2F-FB21-49DF-AB3C-7F75727DB2E4}" presName="parTx" presStyleLbl="revTx" presStyleIdx="3" presStyleCnt="5">
        <dgm:presLayoutVars>
          <dgm:chMax val="0"/>
          <dgm:chPref val="0"/>
        </dgm:presLayoutVars>
      </dgm:prSet>
      <dgm:spPr/>
    </dgm:pt>
    <dgm:pt modelId="{84E8BB1B-DC47-4C94-9B8D-C2CCF463C0B4}" type="pres">
      <dgm:prSet presAssocID="{9D2D0B57-B2DB-4DEB-88C7-76D98409E143}" presName="sibTrans" presStyleCnt="0"/>
      <dgm:spPr/>
    </dgm:pt>
    <dgm:pt modelId="{8771E2F5-B9B7-41C3-A6A6-BE6D203254EC}" type="pres">
      <dgm:prSet presAssocID="{A1836661-F1C6-44BB-879C-5239F3CC3F22}" presName="compNode" presStyleCnt="0"/>
      <dgm:spPr/>
    </dgm:pt>
    <dgm:pt modelId="{4E7313AB-9D6B-4E95-9C5A-0CC086271418}" type="pres">
      <dgm:prSet presAssocID="{A1836661-F1C6-44BB-879C-5239F3CC3F22}" presName="bgRect" presStyleLbl="bgShp" presStyleIdx="4" presStyleCnt="5"/>
      <dgm:spPr/>
    </dgm:pt>
    <dgm:pt modelId="{AE14F7EF-06D6-4715-891D-F111BC684D76}" type="pres">
      <dgm:prSet presAssocID="{A1836661-F1C6-44BB-879C-5239F3CC3F2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A58E9102-2135-4487-A280-9041D5159543}" type="pres">
      <dgm:prSet presAssocID="{A1836661-F1C6-44BB-879C-5239F3CC3F22}" presName="spaceRect" presStyleCnt="0"/>
      <dgm:spPr/>
    </dgm:pt>
    <dgm:pt modelId="{F092B066-99ED-43D2-BC2A-46827ED97544}" type="pres">
      <dgm:prSet presAssocID="{A1836661-F1C6-44BB-879C-5239F3CC3F2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03C7E0E-6E74-48B6-A2B7-C413CF4416A1}" type="presOf" srcId="{B5341115-7A3C-4DD4-BF4C-DF710DACF5A5}" destId="{FCC85216-E0D5-454A-A677-21D2C0DEE7F0}" srcOrd="0" destOrd="0" presId="urn:microsoft.com/office/officeart/2018/2/layout/IconVerticalSolidList"/>
    <dgm:cxn modelId="{FE65A01D-494A-4A6A-B309-411B60CBE22B}" srcId="{7C8DAFAF-2064-4CFA-BFDF-F08510AFFC6D}" destId="{F4B58D2F-FB21-49DF-AB3C-7F75727DB2E4}" srcOrd="3" destOrd="0" parTransId="{8BF3582C-8C81-438C-BC46-09D21D1181F2}" sibTransId="{9D2D0B57-B2DB-4DEB-88C7-76D98409E143}"/>
    <dgm:cxn modelId="{7A251160-0748-4EBB-BFA3-3449B08D3758}" type="presOf" srcId="{3CAD5C30-4D1D-4917-975B-CB8A447FEAF3}" destId="{856095CE-5F29-4444-B442-C25B6EE63197}" srcOrd="0" destOrd="0" presId="urn:microsoft.com/office/officeart/2018/2/layout/IconVerticalSolidList"/>
    <dgm:cxn modelId="{8107C252-8E6B-443C-9AA8-81AB88C823D6}" srcId="{7C8DAFAF-2064-4CFA-BFDF-F08510AFFC6D}" destId="{3CAD5C30-4D1D-4917-975B-CB8A447FEAF3}" srcOrd="2" destOrd="0" parTransId="{85570E7C-9C1B-43D1-BD36-26EC5D73268C}" sibTransId="{1FF60DBB-8214-43FC-8FF5-9B358A8F8DB4}"/>
    <dgm:cxn modelId="{DAC38858-0F8E-4416-95F1-ACA91424C36C}" type="presOf" srcId="{F4B58D2F-FB21-49DF-AB3C-7F75727DB2E4}" destId="{30A55723-AA6F-4378-805A-06D062CC2CDF}" srcOrd="0" destOrd="0" presId="urn:microsoft.com/office/officeart/2018/2/layout/IconVerticalSolidList"/>
    <dgm:cxn modelId="{8DBAC57A-931C-47E6-973B-327578DCAB92}" type="presOf" srcId="{A1836661-F1C6-44BB-879C-5239F3CC3F22}" destId="{F092B066-99ED-43D2-BC2A-46827ED97544}" srcOrd="0" destOrd="0" presId="urn:microsoft.com/office/officeart/2018/2/layout/IconVerticalSolidList"/>
    <dgm:cxn modelId="{4408C4A3-14DB-4C2F-8F46-894C1CDF02A1}" type="presOf" srcId="{08FAB00D-3598-4109-825A-E55590A6A042}" destId="{2D1880EA-E3BF-4DDC-BBC0-94D2BEB84383}" srcOrd="0" destOrd="0" presId="urn:microsoft.com/office/officeart/2018/2/layout/IconVerticalSolidList"/>
    <dgm:cxn modelId="{A14999A4-A2B5-4D8E-B74E-2BB48004E3F9}" srcId="{7C8DAFAF-2064-4CFA-BFDF-F08510AFFC6D}" destId="{A1836661-F1C6-44BB-879C-5239F3CC3F22}" srcOrd="4" destOrd="0" parTransId="{AE01E610-F98D-4338-B1CA-55B7DD74F8EB}" sibTransId="{2583CD0B-0917-4EB7-B2F8-59F08D115576}"/>
    <dgm:cxn modelId="{F53714AF-AB57-4266-9BAC-EEC8B0DFC02F}" srcId="{7C8DAFAF-2064-4CFA-BFDF-F08510AFFC6D}" destId="{08FAB00D-3598-4109-825A-E55590A6A042}" srcOrd="1" destOrd="0" parTransId="{26C49348-DBB5-4758-B36F-D7A21D48D61C}" sibTransId="{5EDD07AC-159D-4091-9A6F-FC67F496F1EE}"/>
    <dgm:cxn modelId="{78BB10D4-A45F-48A3-A591-C9E73BE7AB3D}" srcId="{7C8DAFAF-2064-4CFA-BFDF-F08510AFFC6D}" destId="{B5341115-7A3C-4DD4-BF4C-DF710DACF5A5}" srcOrd="0" destOrd="0" parTransId="{1D480791-0E1B-40B2-848C-FCDAB82B515A}" sibTransId="{EF0FE1AB-3E15-4271-A060-F481BEE23B5A}"/>
    <dgm:cxn modelId="{EFD46BE8-233C-43F2-A7B1-F51E1EF9BCF0}" type="presOf" srcId="{7C8DAFAF-2064-4CFA-BFDF-F08510AFFC6D}" destId="{C335C1A8-872C-4144-B134-58FA6DD09277}" srcOrd="0" destOrd="0" presId="urn:microsoft.com/office/officeart/2018/2/layout/IconVerticalSolidList"/>
    <dgm:cxn modelId="{B1E2242A-E2A7-45BD-9B4A-7E84FAA3990D}" type="presParOf" srcId="{C335C1A8-872C-4144-B134-58FA6DD09277}" destId="{21D0C6F8-2331-458E-A18C-A333C6622D24}" srcOrd="0" destOrd="0" presId="urn:microsoft.com/office/officeart/2018/2/layout/IconVerticalSolidList"/>
    <dgm:cxn modelId="{C9FFFA49-E4BE-4C54-A964-B2CA7D10E551}" type="presParOf" srcId="{21D0C6F8-2331-458E-A18C-A333C6622D24}" destId="{E6C95C74-BB5A-4D94-A09D-E7D025A9CF48}" srcOrd="0" destOrd="0" presId="urn:microsoft.com/office/officeart/2018/2/layout/IconVerticalSolidList"/>
    <dgm:cxn modelId="{9309257F-AF3D-49F9-8BB6-1C4D0CE28672}" type="presParOf" srcId="{21D0C6F8-2331-458E-A18C-A333C6622D24}" destId="{B9BF1BDC-8FC3-4F45-AF43-85BFDF0CC834}" srcOrd="1" destOrd="0" presId="urn:microsoft.com/office/officeart/2018/2/layout/IconVerticalSolidList"/>
    <dgm:cxn modelId="{99E4B8CF-86EF-42F0-9AB2-85DC2F32F20C}" type="presParOf" srcId="{21D0C6F8-2331-458E-A18C-A333C6622D24}" destId="{A9C6997B-6BE8-4D77-931E-170525692E5C}" srcOrd="2" destOrd="0" presId="urn:microsoft.com/office/officeart/2018/2/layout/IconVerticalSolidList"/>
    <dgm:cxn modelId="{4E3E5735-2541-4A3B-A53E-81689BB74346}" type="presParOf" srcId="{21D0C6F8-2331-458E-A18C-A333C6622D24}" destId="{FCC85216-E0D5-454A-A677-21D2C0DEE7F0}" srcOrd="3" destOrd="0" presId="urn:microsoft.com/office/officeart/2018/2/layout/IconVerticalSolidList"/>
    <dgm:cxn modelId="{3CC15E3D-6398-42B6-8A5F-55B368BE8959}" type="presParOf" srcId="{C335C1A8-872C-4144-B134-58FA6DD09277}" destId="{C02ECB7C-18CD-49D5-A419-E09F63B8D129}" srcOrd="1" destOrd="0" presId="urn:microsoft.com/office/officeart/2018/2/layout/IconVerticalSolidList"/>
    <dgm:cxn modelId="{19BFEC8C-5187-4CF1-9098-C09AD9637F43}" type="presParOf" srcId="{C335C1A8-872C-4144-B134-58FA6DD09277}" destId="{CBAB4186-A413-4DB1-AE2C-26D248286970}" srcOrd="2" destOrd="0" presId="urn:microsoft.com/office/officeart/2018/2/layout/IconVerticalSolidList"/>
    <dgm:cxn modelId="{EC99C4D9-F664-4145-8374-6FD252E7ACC4}" type="presParOf" srcId="{CBAB4186-A413-4DB1-AE2C-26D248286970}" destId="{388FC82E-A3A1-457D-A789-401A73B5F0C0}" srcOrd="0" destOrd="0" presId="urn:microsoft.com/office/officeart/2018/2/layout/IconVerticalSolidList"/>
    <dgm:cxn modelId="{8B3DEA3A-8AA7-4AF6-8ADC-8FEF5E0B75F6}" type="presParOf" srcId="{CBAB4186-A413-4DB1-AE2C-26D248286970}" destId="{91CA7818-0755-401E-BB61-C111D20D1FA2}" srcOrd="1" destOrd="0" presId="urn:microsoft.com/office/officeart/2018/2/layout/IconVerticalSolidList"/>
    <dgm:cxn modelId="{A99FA275-3520-4359-B3B7-B985FB9F6040}" type="presParOf" srcId="{CBAB4186-A413-4DB1-AE2C-26D248286970}" destId="{22069902-5E4E-4617-9820-603B2606D4F6}" srcOrd="2" destOrd="0" presId="urn:microsoft.com/office/officeart/2018/2/layout/IconVerticalSolidList"/>
    <dgm:cxn modelId="{9F279C62-7977-495A-B59B-F5C9B089ACBE}" type="presParOf" srcId="{CBAB4186-A413-4DB1-AE2C-26D248286970}" destId="{2D1880EA-E3BF-4DDC-BBC0-94D2BEB84383}" srcOrd="3" destOrd="0" presId="urn:microsoft.com/office/officeart/2018/2/layout/IconVerticalSolidList"/>
    <dgm:cxn modelId="{39801629-55D1-48F8-82E9-DF2D907F86A8}" type="presParOf" srcId="{C335C1A8-872C-4144-B134-58FA6DD09277}" destId="{8E42B213-EEDB-48E7-980A-5FE34EF21C0C}" srcOrd="3" destOrd="0" presId="urn:microsoft.com/office/officeart/2018/2/layout/IconVerticalSolidList"/>
    <dgm:cxn modelId="{3E9A2F14-707E-48C3-A690-B93F8EA36809}" type="presParOf" srcId="{C335C1A8-872C-4144-B134-58FA6DD09277}" destId="{AF5295E8-C170-4793-BB63-AFFCAEBFBCC5}" srcOrd="4" destOrd="0" presId="urn:microsoft.com/office/officeart/2018/2/layout/IconVerticalSolidList"/>
    <dgm:cxn modelId="{AFB31E27-E4AB-459D-9E4B-1E75A124E6CE}" type="presParOf" srcId="{AF5295E8-C170-4793-BB63-AFFCAEBFBCC5}" destId="{E8FB7A30-3448-4CE1-B57F-9617A29FBCFE}" srcOrd="0" destOrd="0" presId="urn:microsoft.com/office/officeart/2018/2/layout/IconVerticalSolidList"/>
    <dgm:cxn modelId="{40F686C3-BCD7-4239-9CFC-C338827C196A}" type="presParOf" srcId="{AF5295E8-C170-4793-BB63-AFFCAEBFBCC5}" destId="{4B63311C-0FA6-419D-B957-9CE44936F74A}" srcOrd="1" destOrd="0" presId="urn:microsoft.com/office/officeart/2018/2/layout/IconVerticalSolidList"/>
    <dgm:cxn modelId="{27578246-438F-434C-991F-0AFA36FA0AF2}" type="presParOf" srcId="{AF5295E8-C170-4793-BB63-AFFCAEBFBCC5}" destId="{EF7FA5ED-E3DD-4F2E-B45A-36FBB26D6B0E}" srcOrd="2" destOrd="0" presId="urn:microsoft.com/office/officeart/2018/2/layout/IconVerticalSolidList"/>
    <dgm:cxn modelId="{F3A696B4-9A68-4C3E-AE7C-5A01EF712FC3}" type="presParOf" srcId="{AF5295E8-C170-4793-BB63-AFFCAEBFBCC5}" destId="{856095CE-5F29-4444-B442-C25B6EE63197}" srcOrd="3" destOrd="0" presId="urn:microsoft.com/office/officeart/2018/2/layout/IconVerticalSolidList"/>
    <dgm:cxn modelId="{DA2E8237-BB77-4324-BB6A-B13F7C3F1B69}" type="presParOf" srcId="{C335C1A8-872C-4144-B134-58FA6DD09277}" destId="{573CDAEA-DB73-4A44-84F3-D75B9130D095}" srcOrd="5" destOrd="0" presId="urn:microsoft.com/office/officeart/2018/2/layout/IconVerticalSolidList"/>
    <dgm:cxn modelId="{971CFBEE-2C53-4827-AF0A-E959D4FE6885}" type="presParOf" srcId="{C335C1A8-872C-4144-B134-58FA6DD09277}" destId="{938AE152-C1B2-444E-A3FA-413F1AA6EA9C}" srcOrd="6" destOrd="0" presId="urn:microsoft.com/office/officeart/2018/2/layout/IconVerticalSolidList"/>
    <dgm:cxn modelId="{F5F8D0E6-E8CE-46F5-8936-CD4237513F8F}" type="presParOf" srcId="{938AE152-C1B2-444E-A3FA-413F1AA6EA9C}" destId="{42DCDCA7-196E-41FC-8BC0-AAF7D039E434}" srcOrd="0" destOrd="0" presId="urn:microsoft.com/office/officeart/2018/2/layout/IconVerticalSolidList"/>
    <dgm:cxn modelId="{36A84E99-2438-42BE-B4E3-EC13AD5625C4}" type="presParOf" srcId="{938AE152-C1B2-444E-A3FA-413F1AA6EA9C}" destId="{868608C4-DBCF-425B-BB33-1ED5D8B0E897}" srcOrd="1" destOrd="0" presId="urn:microsoft.com/office/officeart/2018/2/layout/IconVerticalSolidList"/>
    <dgm:cxn modelId="{E3E3D37D-F166-40D8-88AF-ACE772627C1D}" type="presParOf" srcId="{938AE152-C1B2-444E-A3FA-413F1AA6EA9C}" destId="{43D19743-8FD4-4B21-B4E0-46E63D6A8533}" srcOrd="2" destOrd="0" presId="urn:microsoft.com/office/officeart/2018/2/layout/IconVerticalSolidList"/>
    <dgm:cxn modelId="{AA66B3A7-FB1F-49D6-99FE-BE5BDE81906D}" type="presParOf" srcId="{938AE152-C1B2-444E-A3FA-413F1AA6EA9C}" destId="{30A55723-AA6F-4378-805A-06D062CC2CDF}" srcOrd="3" destOrd="0" presId="urn:microsoft.com/office/officeart/2018/2/layout/IconVerticalSolidList"/>
    <dgm:cxn modelId="{AB6C679D-6BFA-4635-A6B9-33A8984D4B29}" type="presParOf" srcId="{C335C1A8-872C-4144-B134-58FA6DD09277}" destId="{84E8BB1B-DC47-4C94-9B8D-C2CCF463C0B4}" srcOrd="7" destOrd="0" presId="urn:microsoft.com/office/officeart/2018/2/layout/IconVerticalSolidList"/>
    <dgm:cxn modelId="{B8C3ABD3-0C7B-4634-BF2F-1D0EE8BA2ED1}" type="presParOf" srcId="{C335C1A8-872C-4144-B134-58FA6DD09277}" destId="{8771E2F5-B9B7-41C3-A6A6-BE6D203254EC}" srcOrd="8" destOrd="0" presId="urn:microsoft.com/office/officeart/2018/2/layout/IconVerticalSolidList"/>
    <dgm:cxn modelId="{30AC5691-54AD-4179-9904-CE95F44D4B70}" type="presParOf" srcId="{8771E2F5-B9B7-41C3-A6A6-BE6D203254EC}" destId="{4E7313AB-9D6B-4E95-9C5A-0CC086271418}" srcOrd="0" destOrd="0" presId="urn:microsoft.com/office/officeart/2018/2/layout/IconVerticalSolidList"/>
    <dgm:cxn modelId="{F79928A6-2F50-4053-A34B-CD6431C78F6F}" type="presParOf" srcId="{8771E2F5-B9B7-41C3-A6A6-BE6D203254EC}" destId="{AE14F7EF-06D6-4715-891D-F111BC684D76}" srcOrd="1" destOrd="0" presId="urn:microsoft.com/office/officeart/2018/2/layout/IconVerticalSolidList"/>
    <dgm:cxn modelId="{FF0C62C7-613E-4D96-8EE2-CA2F3D3344BF}" type="presParOf" srcId="{8771E2F5-B9B7-41C3-A6A6-BE6D203254EC}" destId="{A58E9102-2135-4487-A280-9041D5159543}" srcOrd="2" destOrd="0" presId="urn:microsoft.com/office/officeart/2018/2/layout/IconVerticalSolidList"/>
    <dgm:cxn modelId="{D493FEC2-2248-451E-AF94-0756FC0BD8D4}" type="presParOf" srcId="{8771E2F5-B9B7-41C3-A6A6-BE6D203254EC}" destId="{F092B066-99ED-43D2-BC2A-46827ED975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CF3627-5F04-4D68-BEDC-2B74B0C0D665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4063BEF-A77D-4B1C-A18A-9327DDEC7074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21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Build LoRa satellite ground station</a:t>
          </a:r>
          <a:endParaRPr lang="en-US" sz="21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3EB45579-27A0-4CC7-BC52-5FC3FC37D781}" type="parTrans" cxnId="{05BF68C2-3F4B-49F3-8D41-33276443026D}">
      <dgm:prSet/>
      <dgm:spPr/>
      <dgm:t>
        <a:bodyPr/>
        <a:lstStyle/>
        <a:p>
          <a:endParaRPr lang="en-US"/>
        </a:p>
      </dgm:t>
    </dgm:pt>
    <dgm:pt modelId="{039BEF9B-3019-44EA-91C3-3053D76472F7}" type="sibTrans" cxnId="{05BF68C2-3F4B-49F3-8D41-33276443026D}">
      <dgm:prSet/>
      <dgm:spPr/>
      <dgm:t>
        <a:bodyPr/>
        <a:lstStyle/>
        <a:p>
          <a:endParaRPr lang="en-US"/>
        </a:p>
      </dgm:t>
    </dgm:pt>
    <dgm:pt modelId="{2F27713E-0741-4BE5-9C0E-346D807388EF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21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Receive satellite telemetry data</a:t>
          </a:r>
          <a:endParaRPr lang="en-US" sz="21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6BAAE649-2213-4263-808D-C17AD0D8F293}" type="parTrans" cxnId="{A57CFFDA-5026-4F1F-84FC-FEFFC600D4CF}">
      <dgm:prSet/>
      <dgm:spPr/>
      <dgm:t>
        <a:bodyPr/>
        <a:lstStyle/>
        <a:p>
          <a:endParaRPr lang="en-US"/>
        </a:p>
      </dgm:t>
    </dgm:pt>
    <dgm:pt modelId="{CC50F9C7-FF3F-4CFF-B95F-EA2E480498D6}" type="sibTrans" cxnId="{A57CFFDA-5026-4F1F-84FC-FEFFC600D4CF}">
      <dgm:prSet/>
      <dgm:spPr/>
      <dgm:t>
        <a:bodyPr/>
        <a:lstStyle/>
        <a:p>
          <a:endParaRPr lang="en-US"/>
        </a:p>
      </dgm:t>
    </dgm:pt>
    <dgm:pt modelId="{F28E95DF-1238-49AB-A28D-80394F11FA2D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21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Display real-time parameters</a:t>
          </a:r>
          <a:endParaRPr lang="en-US" sz="21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69BD23C4-722F-44B3-B8BD-2BC3177C7487}" type="parTrans" cxnId="{DC3E6072-2D06-450C-A2AC-5B3B7CC1D5CB}">
      <dgm:prSet/>
      <dgm:spPr/>
      <dgm:t>
        <a:bodyPr/>
        <a:lstStyle/>
        <a:p>
          <a:endParaRPr lang="en-US"/>
        </a:p>
      </dgm:t>
    </dgm:pt>
    <dgm:pt modelId="{768E6C5B-139C-469A-A07D-B12A2B893FD9}" type="sibTrans" cxnId="{DC3E6072-2D06-450C-A2AC-5B3B7CC1D5CB}">
      <dgm:prSet/>
      <dgm:spPr/>
      <dgm:t>
        <a:bodyPr/>
        <a:lstStyle/>
        <a:p>
          <a:endParaRPr lang="en-US"/>
        </a:p>
      </dgm:t>
    </dgm:pt>
    <dgm:pt modelId="{408F1DC1-F77C-44DE-8069-6D773CAACA1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21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Store long-term data on dashboard</a:t>
          </a:r>
          <a:endParaRPr lang="en-US" sz="21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AA462ED-982C-4618-A5F3-855BE7128B2E}" type="parTrans" cxnId="{DF756CF6-53D7-4261-8290-61914F16829F}">
      <dgm:prSet/>
      <dgm:spPr/>
      <dgm:t>
        <a:bodyPr/>
        <a:lstStyle/>
        <a:p>
          <a:endParaRPr lang="en-US"/>
        </a:p>
      </dgm:t>
    </dgm:pt>
    <dgm:pt modelId="{2CCBF4E0-48B9-4D3B-8A24-03BDF94EDEFC}" type="sibTrans" cxnId="{DF756CF6-53D7-4261-8290-61914F16829F}">
      <dgm:prSet/>
      <dgm:spPr/>
      <dgm:t>
        <a:bodyPr/>
        <a:lstStyle/>
        <a:p>
          <a:endParaRPr lang="en-US"/>
        </a:p>
      </dgm:t>
    </dgm:pt>
    <dgm:pt modelId="{EBA325B0-A567-4B21-8E4C-8550DD45F28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21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Support future satellite-based IoT</a:t>
          </a:r>
          <a:endParaRPr lang="en-US" sz="21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gm:t>
    </dgm:pt>
    <dgm:pt modelId="{8E95FF6A-92D5-41D2-9233-8B8E7C44F186}" type="parTrans" cxnId="{3DB17B65-6AFE-4110-A039-75926378FD89}">
      <dgm:prSet/>
      <dgm:spPr/>
      <dgm:t>
        <a:bodyPr/>
        <a:lstStyle/>
        <a:p>
          <a:endParaRPr lang="en-US"/>
        </a:p>
      </dgm:t>
    </dgm:pt>
    <dgm:pt modelId="{2AD94A2A-B538-48CA-8332-8DE2555A5B0C}" type="sibTrans" cxnId="{3DB17B65-6AFE-4110-A039-75926378FD89}">
      <dgm:prSet/>
      <dgm:spPr/>
      <dgm:t>
        <a:bodyPr/>
        <a:lstStyle/>
        <a:p>
          <a:endParaRPr lang="en-US"/>
        </a:p>
      </dgm:t>
    </dgm:pt>
    <dgm:pt modelId="{6E9E510E-5346-4FB5-9EC4-7148E2512D0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IN" sz="2100" dirty="0">
              <a:latin typeface="Calibri"/>
              <a:ea typeface="+mn-ea"/>
              <a:cs typeface="+mn-cs"/>
            </a:rPr>
            <a:t>Our main objective is monitoring satellite health using LoRa.</a:t>
          </a:r>
          <a:endParaRPr lang="en-US" sz="2100" dirty="0">
            <a:latin typeface="Calibri" panose="020F0502020204030204"/>
            <a:ea typeface="+mn-ea"/>
            <a:cs typeface="+mn-cs"/>
          </a:endParaRPr>
        </a:p>
      </dgm:t>
    </dgm:pt>
    <dgm:pt modelId="{DD528417-0DB3-41DE-AC53-20465506B021}" type="parTrans" cxnId="{7865E97D-EB6E-4AFF-89D7-DE9C9D230EF8}">
      <dgm:prSet/>
      <dgm:spPr/>
      <dgm:t>
        <a:bodyPr/>
        <a:lstStyle/>
        <a:p>
          <a:endParaRPr lang="en-US"/>
        </a:p>
      </dgm:t>
    </dgm:pt>
    <dgm:pt modelId="{E8853316-D52D-4FCD-8362-79A95C52E737}" type="sibTrans" cxnId="{7865E97D-EB6E-4AFF-89D7-DE9C9D230EF8}">
      <dgm:prSet/>
      <dgm:spPr/>
      <dgm:t>
        <a:bodyPr/>
        <a:lstStyle/>
        <a:p>
          <a:endParaRPr lang="en-US"/>
        </a:p>
      </dgm:t>
    </dgm:pt>
    <dgm:pt modelId="{7185741E-B34D-4920-93C3-BCBE9BDE9D80}" type="pres">
      <dgm:prSet presAssocID="{63CF3627-5F04-4D68-BEDC-2B74B0C0D665}" presName="linear" presStyleCnt="0">
        <dgm:presLayoutVars>
          <dgm:animLvl val="lvl"/>
          <dgm:resizeHandles val="exact"/>
        </dgm:presLayoutVars>
      </dgm:prSet>
      <dgm:spPr/>
    </dgm:pt>
    <dgm:pt modelId="{B579071D-287A-43A8-ABCD-EB495252B657}" type="pres">
      <dgm:prSet presAssocID="{34063BEF-A77D-4B1C-A18A-9327DDEC707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2A9D10D-733D-4E84-AB61-E44D51A0651C}" type="pres">
      <dgm:prSet presAssocID="{039BEF9B-3019-44EA-91C3-3053D76472F7}" presName="spacer" presStyleCnt="0"/>
      <dgm:spPr/>
    </dgm:pt>
    <dgm:pt modelId="{77B4A1AB-5A0C-42A4-87FC-320066E64D8A}" type="pres">
      <dgm:prSet presAssocID="{2F27713E-0741-4BE5-9C0E-346D807388E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2907A69-0582-4DD3-A8EC-7D7EADACCCD2}" type="pres">
      <dgm:prSet presAssocID="{CC50F9C7-FF3F-4CFF-B95F-EA2E480498D6}" presName="spacer" presStyleCnt="0"/>
      <dgm:spPr/>
    </dgm:pt>
    <dgm:pt modelId="{CE7F6384-B81F-4069-BB0F-64A6A6E9FEBB}" type="pres">
      <dgm:prSet presAssocID="{F28E95DF-1238-49AB-A28D-80394F11FA2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F13664B4-D62B-40E2-A39D-FE308311CAE9}" type="pres">
      <dgm:prSet presAssocID="{768E6C5B-139C-469A-A07D-B12A2B893FD9}" presName="spacer" presStyleCnt="0"/>
      <dgm:spPr/>
    </dgm:pt>
    <dgm:pt modelId="{108D8A33-E044-432B-8601-C8D2AD2FE681}" type="pres">
      <dgm:prSet presAssocID="{408F1DC1-F77C-44DE-8069-6D773CAACA1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326EC20-8A3A-4AE2-8511-0DF21965D783}" type="pres">
      <dgm:prSet presAssocID="{2CCBF4E0-48B9-4D3B-8A24-03BDF94EDEFC}" presName="spacer" presStyleCnt="0"/>
      <dgm:spPr/>
    </dgm:pt>
    <dgm:pt modelId="{72519238-D865-4356-9631-143FA88B9B1D}" type="pres">
      <dgm:prSet presAssocID="{EBA325B0-A567-4B21-8E4C-8550DD45F28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58DCCE1-E0DD-401D-A6F6-6FA30859F1C7}" type="pres">
      <dgm:prSet presAssocID="{2AD94A2A-B538-48CA-8332-8DE2555A5B0C}" presName="spacer" presStyleCnt="0"/>
      <dgm:spPr/>
    </dgm:pt>
    <dgm:pt modelId="{9E9AA84B-AC9D-4334-B4F7-AEDF9173BD10}" type="pres">
      <dgm:prSet presAssocID="{6E9E510E-5346-4FB5-9EC4-7148E2512D0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F2E740A-33AF-4D25-ABD8-71A80248E3DA}" type="presOf" srcId="{63CF3627-5F04-4D68-BEDC-2B74B0C0D665}" destId="{7185741E-B34D-4920-93C3-BCBE9BDE9D80}" srcOrd="0" destOrd="0" presId="urn:microsoft.com/office/officeart/2005/8/layout/vList2"/>
    <dgm:cxn modelId="{554BD20E-EB09-498B-A134-294F53398ED8}" type="presOf" srcId="{408F1DC1-F77C-44DE-8069-6D773CAACA1B}" destId="{108D8A33-E044-432B-8601-C8D2AD2FE681}" srcOrd="0" destOrd="0" presId="urn:microsoft.com/office/officeart/2005/8/layout/vList2"/>
    <dgm:cxn modelId="{1712F732-4278-4B25-840D-75CA445732EE}" type="presOf" srcId="{6E9E510E-5346-4FB5-9EC4-7148E2512D09}" destId="{9E9AA84B-AC9D-4334-B4F7-AEDF9173BD10}" srcOrd="0" destOrd="0" presId="urn:microsoft.com/office/officeart/2005/8/layout/vList2"/>
    <dgm:cxn modelId="{3DB17B65-6AFE-4110-A039-75926378FD89}" srcId="{63CF3627-5F04-4D68-BEDC-2B74B0C0D665}" destId="{EBA325B0-A567-4B21-8E4C-8550DD45F288}" srcOrd="4" destOrd="0" parTransId="{8E95FF6A-92D5-41D2-9233-8B8E7C44F186}" sibTransId="{2AD94A2A-B538-48CA-8332-8DE2555A5B0C}"/>
    <dgm:cxn modelId="{DC3E6072-2D06-450C-A2AC-5B3B7CC1D5CB}" srcId="{63CF3627-5F04-4D68-BEDC-2B74B0C0D665}" destId="{F28E95DF-1238-49AB-A28D-80394F11FA2D}" srcOrd="2" destOrd="0" parTransId="{69BD23C4-722F-44B3-B8BD-2BC3177C7487}" sibTransId="{768E6C5B-139C-469A-A07D-B12A2B893FD9}"/>
    <dgm:cxn modelId="{7865E97D-EB6E-4AFF-89D7-DE9C9D230EF8}" srcId="{63CF3627-5F04-4D68-BEDC-2B74B0C0D665}" destId="{6E9E510E-5346-4FB5-9EC4-7148E2512D09}" srcOrd="5" destOrd="0" parTransId="{DD528417-0DB3-41DE-AC53-20465506B021}" sibTransId="{E8853316-D52D-4FCD-8362-79A95C52E737}"/>
    <dgm:cxn modelId="{B11D3A9F-2335-490B-AAD6-4B875CFBC48C}" type="presOf" srcId="{F28E95DF-1238-49AB-A28D-80394F11FA2D}" destId="{CE7F6384-B81F-4069-BB0F-64A6A6E9FEBB}" srcOrd="0" destOrd="0" presId="urn:microsoft.com/office/officeart/2005/8/layout/vList2"/>
    <dgm:cxn modelId="{05BF68C2-3F4B-49F3-8D41-33276443026D}" srcId="{63CF3627-5F04-4D68-BEDC-2B74B0C0D665}" destId="{34063BEF-A77D-4B1C-A18A-9327DDEC7074}" srcOrd="0" destOrd="0" parTransId="{3EB45579-27A0-4CC7-BC52-5FC3FC37D781}" sibTransId="{039BEF9B-3019-44EA-91C3-3053D76472F7}"/>
    <dgm:cxn modelId="{D4B216CC-7860-42DB-B949-A7E149F2C4EA}" type="presOf" srcId="{2F27713E-0741-4BE5-9C0E-346D807388EF}" destId="{77B4A1AB-5A0C-42A4-87FC-320066E64D8A}" srcOrd="0" destOrd="0" presId="urn:microsoft.com/office/officeart/2005/8/layout/vList2"/>
    <dgm:cxn modelId="{A57CFFDA-5026-4F1F-84FC-FEFFC600D4CF}" srcId="{63CF3627-5F04-4D68-BEDC-2B74B0C0D665}" destId="{2F27713E-0741-4BE5-9C0E-346D807388EF}" srcOrd="1" destOrd="0" parTransId="{6BAAE649-2213-4263-808D-C17AD0D8F293}" sibTransId="{CC50F9C7-FF3F-4CFF-B95F-EA2E480498D6}"/>
    <dgm:cxn modelId="{2BE564DD-00BF-406D-9B81-9B067E6D0FF3}" type="presOf" srcId="{34063BEF-A77D-4B1C-A18A-9327DDEC7074}" destId="{B579071D-287A-43A8-ABCD-EB495252B657}" srcOrd="0" destOrd="0" presId="urn:microsoft.com/office/officeart/2005/8/layout/vList2"/>
    <dgm:cxn modelId="{DF756CF6-53D7-4261-8290-61914F16829F}" srcId="{63CF3627-5F04-4D68-BEDC-2B74B0C0D665}" destId="{408F1DC1-F77C-44DE-8069-6D773CAACA1B}" srcOrd="3" destOrd="0" parTransId="{8AA462ED-982C-4618-A5F3-855BE7128B2E}" sibTransId="{2CCBF4E0-48B9-4D3B-8A24-03BDF94EDEFC}"/>
    <dgm:cxn modelId="{1527F4F6-917B-414B-A9E2-B20D4A67D756}" type="presOf" srcId="{EBA325B0-A567-4B21-8E4C-8550DD45F288}" destId="{72519238-D865-4356-9631-143FA88B9B1D}" srcOrd="0" destOrd="0" presId="urn:microsoft.com/office/officeart/2005/8/layout/vList2"/>
    <dgm:cxn modelId="{5891BA4B-4067-4586-81A0-588C850D506C}" type="presParOf" srcId="{7185741E-B34D-4920-93C3-BCBE9BDE9D80}" destId="{B579071D-287A-43A8-ABCD-EB495252B657}" srcOrd="0" destOrd="0" presId="urn:microsoft.com/office/officeart/2005/8/layout/vList2"/>
    <dgm:cxn modelId="{BCE9D32B-B7E2-4A5A-8185-1AFE1A1B04FF}" type="presParOf" srcId="{7185741E-B34D-4920-93C3-BCBE9BDE9D80}" destId="{22A9D10D-733D-4E84-AB61-E44D51A0651C}" srcOrd="1" destOrd="0" presId="urn:microsoft.com/office/officeart/2005/8/layout/vList2"/>
    <dgm:cxn modelId="{FAEDF455-46A1-47D5-A91D-C3D343F6CBFA}" type="presParOf" srcId="{7185741E-B34D-4920-93C3-BCBE9BDE9D80}" destId="{77B4A1AB-5A0C-42A4-87FC-320066E64D8A}" srcOrd="2" destOrd="0" presId="urn:microsoft.com/office/officeart/2005/8/layout/vList2"/>
    <dgm:cxn modelId="{D149A592-3820-4539-8149-5DDC86A661D6}" type="presParOf" srcId="{7185741E-B34D-4920-93C3-BCBE9BDE9D80}" destId="{22907A69-0582-4DD3-A8EC-7D7EADACCCD2}" srcOrd="3" destOrd="0" presId="urn:microsoft.com/office/officeart/2005/8/layout/vList2"/>
    <dgm:cxn modelId="{C8EBA0A9-28C6-4127-AB63-4A73136F3D20}" type="presParOf" srcId="{7185741E-B34D-4920-93C3-BCBE9BDE9D80}" destId="{CE7F6384-B81F-4069-BB0F-64A6A6E9FEBB}" srcOrd="4" destOrd="0" presId="urn:microsoft.com/office/officeart/2005/8/layout/vList2"/>
    <dgm:cxn modelId="{A61FBD2E-4F18-48AF-B277-4D70CA2729C1}" type="presParOf" srcId="{7185741E-B34D-4920-93C3-BCBE9BDE9D80}" destId="{F13664B4-D62B-40E2-A39D-FE308311CAE9}" srcOrd="5" destOrd="0" presId="urn:microsoft.com/office/officeart/2005/8/layout/vList2"/>
    <dgm:cxn modelId="{86D40D56-E401-4520-9E6D-831A8FD649DD}" type="presParOf" srcId="{7185741E-B34D-4920-93C3-BCBE9BDE9D80}" destId="{108D8A33-E044-432B-8601-C8D2AD2FE681}" srcOrd="6" destOrd="0" presId="urn:microsoft.com/office/officeart/2005/8/layout/vList2"/>
    <dgm:cxn modelId="{575C5B18-4053-4681-8A51-EAC014A52A77}" type="presParOf" srcId="{7185741E-B34D-4920-93C3-BCBE9BDE9D80}" destId="{D326EC20-8A3A-4AE2-8511-0DF21965D783}" srcOrd="7" destOrd="0" presId="urn:microsoft.com/office/officeart/2005/8/layout/vList2"/>
    <dgm:cxn modelId="{27779A3D-2BC6-47DE-8396-2A085CA5DC93}" type="presParOf" srcId="{7185741E-B34D-4920-93C3-BCBE9BDE9D80}" destId="{72519238-D865-4356-9631-143FA88B9B1D}" srcOrd="8" destOrd="0" presId="urn:microsoft.com/office/officeart/2005/8/layout/vList2"/>
    <dgm:cxn modelId="{AC30553A-87D0-4ED4-BD04-0AE211BD52E1}" type="presParOf" srcId="{7185741E-B34D-4920-93C3-BCBE9BDE9D80}" destId="{658DCCE1-E0DD-401D-A6F6-6FA30859F1C7}" srcOrd="9" destOrd="0" presId="urn:microsoft.com/office/officeart/2005/8/layout/vList2"/>
    <dgm:cxn modelId="{FFB404E1-4E78-414B-90CE-E186DA148FFC}" type="presParOf" srcId="{7185741E-B34D-4920-93C3-BCBE9BDE9D80}" destId="{9E9AA84B-AC9D-4334-B4F7-AEDF9173BD1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347C11-C0C5-4F8F-8615-A4859BB452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2" csCatId="colorful" phldr="1"/>
      <dgm:spPr/>
      <dgm:t>
        <a:bodyPr/>
        <a:lstStyle/>
        <a:p>
          <a:endParaRPr lang="en-US"/>
        </a:p>
      </dgm:t>
    </dgm:pt>
    <dgm:pt modelId="{A9DCC04D-B307-44DB-936D-0715760998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Battery voltage &amp; temperature</a:t>
          </a:r>
        </a:p>
      </dgm:t>
    </dgm:pt>
    <dgm:pt modelId="{8A786985-AA34-4C14-A90A-8A38DBA9B24B}" type="parTrans" cxnId="{88EA566A-1586-4143-A87A-8890C7E8C59A}">
      <dgm:prSet/>
      <dgm:spPr/>
      <dgm:t>
        <a:bodyPr/>
        <a:lstStyle/>
        <a:p>
          <a:endParaRPr lang="en-US"/>
        </a:p>
      </dgm:t>
    </dgm:pt>
    <dgm:pt modelId="{23CD3BE0-86E9-444B-B9AE-9CA9CFDDADD8}" type="sibTrans" cxnId="{88EA566A-1586-4143-A87A-8890C7E8C59A}">
      <dgm:prSet/>
      <dgm:spPr/>
      <dgm:t>
        <a:bodyPr/>
        <a:lstStyle/>
        <a:p>
          <a:endParaRPr lang="en-US"/>
        </a:p>
      </dgm:t>
    </dgm:pt>
    <dgm:pt modelId="{B1F4315C-2D26-4A78-8B52-CE57E554A8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Solar panel voltage</a:t>
          </a:r>
        </a:p>
      </dgm:t>
    </dgm:pt>
    <dgm:pt modelId="{25F36380-8350-4331-B7E5-2E11839D6A66}" type="parTrans" cxnId="{57C25013-7169-4C04-9E36-AB56F4628161}">
      <dgm:prSet/>
      <dgm:spPr/>
      <dgm:t>
        <a:bodyPr/>
        <a:lstStyle/>
        <a:p>
          <a:endParaRPr lang="en-US"/>
        </a:p>
      </dgm:t>
    </dgm:pt>
    <dgm:pt modelId="{CAD15268-436F-4E09-A430-C87870788C5A}" type="sibTrans" cxnId="{57C25013-7169-4C04-9E36-AB56F4628161}">
      <dgm:prSet/>
      <dgm:spPr/>
      <dgm:t>
        <a:bodyPr/>
        <a:lstStyle/>
        <a:p>
          <a:endParaRPr lang="en-US"/>
        </a:p>
      </dgm:t>
    </dgm:pt>
    <dgm:pt modelId="{6E8BF187-9C09-42CE-A327-8E40BF9BFC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CPU &amp; payload health</a:t>
          </a:r>
        </a:p>
      </dgm:t>
    </dgm:pt>
    <dgm:pt modelId="{F5981ADB-3D2D-4484-82E6-770EC5A90326}" type="parTrans" cxnId="{0C85F85C-3B37-4F76-A187-4471637C1721}">
      <dgm:prSet/>
      <dgm:spPr/>
      <dgm:t>
        <a:bodyPr/>
        <a:lstStyle/>
        <a:p>
          <a:endParaRPr lang="en-US"/>
        </a:p>
      </dgm:t>
    </dgm:pt>
    <dgm:pt modelId="{772B91A9-F129-49F0-9BB4-E1500719D811}" type="sibTrans" cxnId="{0C85F85C-3B37-4F76-A187-4471637C1721}">
      <dgm:prSet/>
      <dgm:spPr/>
      <dgm:t>
        <a:bodyPr/>
        <a:lstStyle/>
        <a:p>
          <a:endParaRPr lang="en-US"/>
        </a:p>
      </dgm:t>
    </dgm:pt>
    <dgm:pt modelId="{08CBB8B6-8158-462E-842A-F4CD86E196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Packet success/failure</a:t>
          </a:r>
        </a:p>
      </dgm:t>
    </dgm:pt>
    <dgm:pt modelId="{938EAC57-54E0-40F1-8766-DD50B12BBD2E}" type="parTrans" cxnId="{40411721-D4D6-4838-B98D-9A19C3D848B4}">
      <dgm:prSet/>
      <dgm:spPr/>
      <dgm:t>
        <a:bodyPr/>
        <a:lstStyle/>
        <a:p>
          <a:endParaRPr lang="en-US"/>
        </a:p>
      </dgm:t>
    </dgm:pt>
    <dgm:pt modelId="{76C38DCC-2014-4E13-9F55-0B32358525EF}" type="sibTrans" cxnId="{40411721-D4D6-4838-B98D-9A19C3D848B4}">
      <dgm:prSet/>
      <dgm:spPr/>
      <dgm:t>
        <a:bodyPr/>
        <a:lstStyle/>
        <a:p>
          <a:endParaRPr lang="en-US"/>
        </a:p>
      </dgm:t>
    </dgm:pt>
    <dgm:pt modelId="{18F6C572-77B8-4824-9506-5A551EBB84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Satellite tracking history</a:t>
          </a:r>
        </a:p>
      </dgm:t>
    </dgm:pt>
    <dgm:pt modelId="{88632C5D-415F-4043-873B-4D2A310FEE6B}" type="parTrans" cxnId="{FF201825-AE18-4F4C-BF5C-643F841D9D5E}">
      <dgm:prSet/>
      <dgm:spPr/>
      <dgm:t>
        <a:bodyPr/>
        <a:lstStyle/>
        <a:p>
          <a:endParaRPr lang="en-US"/>
        </a:p>
      </dgm:t>
    </dgm:pt>
    <dgm:pt modelId="{E688C933-6F82-4BD4-974B-7C38D7122DAE}" type="sibTrans" cxnId="{FF201825-AE18-4F4C-BF5C-643F841D9D5E}">
      <dgm:prSet/>
      <dgm:spPr/>
      <dgm:t>
        <a:bodyPr/>
        <a:lstStyle/>
        <a:p>
          <a:endParaRPr lang="en-US"/>
        </a:p>
      </dgm:t>
    </dgm:pt>
    <dgm:pt modelId="{0FD306A2-C710-4D99-B1DA-12F76E53AB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All data is stored from first day to satellite lifetime</a:t>
          </a:r>
          <a:r>
            <a:rPr lang="en-US" dirty="0">
              <a:latin typeface="Calibri Light" panose="020F0302020204030204"/>
            </a:rPr>
            <a:t>.</a:t>
          </a:r>
          <a:endParaRPr lang="en-US" dirty="0"/>
        </a:p>
      </dgm:t>
    </dgm:pt>
    <dgm:pt modelId="{DA4BEF0F-C66D-4C6F-9F81-DFBE02FD9233}" type="parTrans" cxnId="{0AC4ADBB-543E-44A5-8204-7FD1F47062DF}">
      <dgm:prSet/>
      <dgm:spPr/>
      <dgm:t>
        <a:bodyPr/>
        <a:lstStyle/>
        <a:p>
          <a:endParaRPr lang="en-US"/>
        </a:p>
      </dgm:t>
    </dgm:pt>
    <dgm:pt modelId="{A00981FD-FEE8-4AA8-A571-15D3958874C9}" type="sibTrans" cxnId="{0AC4ADBB-543E-44A5-8204-7FD1F47062DF}">
      <dgm:prSet/>
      <dgm:spPr/>
      <dgm:t>
        <a:bodyPr/>
        <a:lstStyle/>
        <a:p>
          <a:endParaRPr lang="en-US"/>
        </a:p>
      </dgm:t>
    </dgm:pt>
    <dgm:pt modelId="{C20B8E88-A807-4437-AE68-D6508ED8B1A1}" type="pres">
      <dgm:prSet presAssocID="{F1347C11-C0C5-4F8F-8615-A4859BB45220}" presName="root" presStyleCnt="0">
        <dgm:presLayoutVars>
          <dgm:dir/>
          <dgm:resizeHandles val="exact"/>
        </dgm:presLayoutVars>
      </dgm:prSet>
      <dgm:spPr/>
    </dgm:pt>
    <dgm:pt modelId="{BB463E3E-106F-4514-B0FB-89FE90178560}" type="pres">
      <dgm:prSet presAssocID="{A9DCC04D-B307-44DB-936D-07157609986E}" presName="compNode" presStyleCnt="0"/>
      <dgm:spPr/>
    </dgm:pt>
    <dgm:pt modelId="{3886DDE0-D6F6-46BE-B081-859E7280A0D8}" type="pres">
      <dgm:prSet presAssocID="{A9DCC04D-B307-44DB-936D-07157609986E}" presName="bgRect" presStyleLbl="bgShp" presStyleIdx="0" presStyleCnt="6"/>
      <dgm:spPr/>
    </dgm:pt>
    <dgm:pt modelId="{DEECD97A-C0A1-47A0-93AD-7770DD0BD816}" type="pres">
      <dgm:prSet presAssocID="{A9DCC04D-B307-44DB-936D-07157609986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913ECAC6-E7E9-42B6-9D7D-76065E1F847A}" type="pres">
      <dgm:prSet presAssocID="{A9DCC04D-B307-44DB-936D-07157609986E}" presName="spaceRect" presStyleCnt="0"/>
      <dgm:spPr/>
    </dgm:pt>
    <dgm:pt modelId="{6B22F096-E049-43D1-BB6F-69AEE1D01F76}" type="pres">
      <dgm:prSet presAssocID="{A9DCC04D-B307-44DB-936D-07157609986E}" presName="parTx" presStyleLbl="revTx" presStyleIdx="0" presStyleCnt="6">
        <dgm:presLayoutVars>
          <dgm:chMax val="0"/>
          <dgm:chPref val="0"/>
        </dgm:presLayoutVars>
      </dgm:prSet>
      <dgm:spPr/>
    </dgm:pt>
    <dgm:pt modelId="{C8C7FD1F-00AA-479E-AD9A-8ABBEDBF6F95}" type="pres">
      <dgm:prSet presAssocID="{23CD3BE0-86E9-444B-B9AE-9CA9CFDDADD8}" presName="sibTrans" presStyleCnt="0"/>
      <dgm:spPr/>
    </dgm:pt>
    <dgm:pt modelId="{8D4227B9-2CEF-4115-8A19-058E929F6619}" type="pres">
      <dgm:prSet presAssocID="{B1F4315C-2D26-4A78-8B52-CE57E554A812}" presName="compNode" presStyleCnt="0"/>
      <dgm:spPr/>
    </dgm:pt>
    <dgm:pt modelId="{4FE23E73-EAA9-4AA5-8696-BD57EA393471}" type="pres">
      <dgm:prSet presAssocID="{B1F4315C-2D26-4A78-8B52-CE57E554A812}" presName="bgRect" presStyleLbl="bgShp" presStyleIdx="1" presStyleCnt="6"/>
      <dgm:spPr/>
    </dgm:pt>
    <dgm:pt modelId="{84ABE97F-C001-418E-B8AC-92ED6929913A}" type="pres">
      <dgm:prSet presAssocID="{B1F4315C-2D26-4A78-8B52-CE57E554A81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2378E52E-9680-449F-BCB8-C81DB299D1B6}" type="pres">
      <dgm:prSet presAssocID="{B1F4315C-2D26-4A78-8B52-CE57E554A812}" presName="spaceRect" presStyleCnt="0"/>
      <dgm:spPr/>
    </dgm:pt>
    <dgm:pt modelId="{2D87E5D1-13D0-440A-A526-3DD6B6CD3B66}" type="pres">
      <dgm:prSet presAssocID="{B1F4315C-2D26-4A78-8B52-CE57E554A812}" presName="parTx" presStyleLbl="revTx" presStyleIdx="1" presStyleCnt="6">
        <dgm:presLayoutVars>
          <dgm:chMax val="0"/>
          <dgm:chPref val="0"/>
        </dgm:presLayoutVars>
      </dgm:prSet>
      <dgm:spPr/>
    </dgm:pt>
    <dgm:pt modelId="{3F6A1D9E-053D-4251-A993-95708F1B2995}" type="pres">
      <dgm:prSet presAssocID="{CAD15268-436F-4E09-A430-C87870788C5A}" presName="sibTrans" presStyleCnt="0"/>
      <dgm:spPr/>
    </dgm:pt>
    <dgm:pt modelId="{8B54A90F-4135-4F0C-B6E5-2EFAD86186FB}" type="pres">
      <dgm:prSet presAssocID="{6E8BF187-9C09-42CE-A327-8E40BF9BFC9C}" presName="compNode" presStyleCnt="0"/>
      <dgm:spPr/>
    </dgm:pt>
    <dgm:pt modelId="{916CFC9B-4BB2-4414-AFED-05A08A127F72}" type="pres">
      <dgm:prSet presAssocID="{6E8BF187-9C09-42CE-A327-8E40BF9BFC9C}" presName="bgRect" presStyleLbl="bgShp" presStyleIdx="2" presStyleCnt="6"/>
      <dgm:spPr/>
    </dgm:pt>
    <dgm:pt modelId="{B1363D03-2E7F-4781-AFF5-D810A8AF29EA}" type="pres">
      <dgm:prSet presAssocID="{6E8BF187-9C09-42CE-A327-8E40BF9BFC9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201B7C7-98CC-46D2-ADA8-F688213565D7}" type="pres">
      <dgm:prSet presAssocID="{6E8BF187-9C09-42CE-A327-8E40BF9BFC9C}" presName="spaceRect" presStyleCnt="0"/>
      <dgm:spPr/>
    </dgm:pt>
    <dgm:pt modelId="{D397F25E-7B91-4266-815D-BDB6399AFB48}" type="pres">
      <dgm:prSet presAssocID="{6E8BF187-9C09-42CE-A327-8E40BF9BFC9C}" presName="parTx" presStyleLbl="revTx" presStyleIdx="2" presStyleCnt="6">
        <dgm:presLayoutVars>
          <dgm:chMax val="0"/>
          <dgm:chPref val="0"/>
        </dgm:presLayoutVars>
      </dgm:prSet>
      <dgm:spPr/>
    </dgm:pt>
    <dgm:pt modelId="{119CEFF6-DAEB-4058-A296-C41FFD212912}" type="pres">
      <dgm:prSet presAssocID="{772B91A9-F129-49F0-9BB4-E1500719D811}" presName="sibTrans" presStyleCnt="0"/>
      <dgm:spPr/>
    </dgm:pt>
    <dgm:pt modelId="{70803D9C-6779-47B9-821A-DB6DF71580C4}" type="pres">
      <dgm:prSet presAssocID="{08CBB8B6-8158-462E-842A-F4CD86E19658}" presName="compNode" presStyleCnt="0"/>
      <dgm:spPr/>
    </dgm:pt>
    <dgm:pt modelId="{AB89152F-6E8C-4F04-A627-F3ECFA6CCEBA}" type="pres">
      <dgm:prSet presAssocID="{08CBB8B6-8158-462E-842A-F4CD86E19658}" presName="bgRect" presStyleLbl="bgShp" presStyleIdx="3" presStyleCnt="6"/>
      <dgm:spPr/>
    </dgm:pt>
    <dgm:pt modelId="{EF9414F4-FD0A-4D5E-A47D-DE5FC22534B9}" type="pres">
      <dgm:prSet presAssocID="{08CBB8B6-8158-462E-842A-F4CD86E19658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5F9BBEA-EC7A-48FA-9602-B3DF038D5669}" type="pres">
      <dgm:prSet presAssocID="{08CBB8B6-8158-462E-842A-F4CD86E19658}" presName="spaceRect" presStyleCnt="0"/>
      <dgm:spPr/>
    </dgm:pt>
    <dgm:pt modelId="{7DFF6C15-D1C1-4400-B60D-DA2DEFE3AF86}" type="pres">
      <dgm:prSet presAssocID="{08CBB8B6-8158-462E-842A-F4CD86E19658}" presName="parTx" presStyleLbl="revTx" presStyleIdx="3" presStyleCnt="6">
        <dgm:presLayoutVars>
          <dgm:chMax val="0"/>
          <dgm:chPref val="0"/>
        </dgm:presLayoutVars>
      </dgm:prSet>
      <dgm:spPr/>
    </dgm:pt>
    <dgm:pt modelId="{DED449FF-0E5C-4107-97CF-8DAB85629ACF}" type="pres">
      <dgm:prSet presAssocID="{76C38DCC-2014-4E13-9F55-0B32358525EF}" presName="sibTrans" presStyleCnt="0"/>
      <dgm:spPr/>
    </dgm:pt>
    <dgm:pt modelId="{9192974F-44E6-4E80-9BA8-13AB723DE1E0}" type="pres">
      <dgm:prSet presAssocID="{18F6C572-77B8-4824-9506-5A551EBB8451}" presName="compNode" presStyleCnt="0"/>
      <dgm:spPr/>
    </dgm:pt>
    <dgm:pt modelId="{F45C434E-DA24-460D-8BD5-0BEE857DFBBC}" type="pres">
      <dgm:prSet presAssocID="{18F6C572-77B8-4824-9506-5A551EBB8451}" presName="bgRect" presStyleLbl="bgShp" presStyleIdx="4" presStyleCnt="6"/>
      <dgm:spPr/>
    </dgm:pt>
    <dgm:pt modelId="{1A39A23A-1B3E-4F62-AB30-4F2131228A78}" type="pres">
      <dgm:prSet presAssocID="{18F6C572-77B8-4824-9506-5A551EBB845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BE179D4D-0285-4062-8996-B69E908156C1}" type="pres">
      <dgm:prSet presAssocID="{18F6C572-77B8-4824-9506-5A551EBB8451}" presName="spaceRect" presStyleCnt="0"/>
      <dgm:spPr/>
    </dgm:pt>
    <dgm:pt modelId="{1293ACB0-04F6-438B-A9CF-D0A9C7246581}" type="pres">
      <dgm:prSet presAssocID="{18F6C572-77B8-4824-9506-5A551EBB8451}" presName="parTx" presStyleLbl="revTx" presStyleIdx="4" presStyleCnt="6">
        <dgm:presLayoutVars>
          <dgm:chMax val="0"/>
          <dgm:chPref val="0"/>
        </dgm:presLayoutVars>
      </dgm:prSet>
      <dgm:spPr/>
    </dgm:pt>
    <dgm:pt modelId="{5021E1B2-824B-47B0-9B85-CCF5808442AB}" type="pres">
      <dgm:prSet presAssocID="{E688C933-6F82-4BD4-974B-7C38D7122DAE}" presName="sibTrans" presStyleCnt="0"/>
      <dgm:spPr/>
    </dgm:pt>
    <dgm:pt modelId="{35DD2B6A-B057-4E0F-B633-4DEC32B17B35}" type="pres">
      <dgm:prSet presAssocID="{0FD306A2-C710-4D99-B1DA-12F76E53ABEF}" presName="compNode" presStyleCnt="0"/>
      <dgm:spPr/>
    </dgm:pt>
    <dgm:pt modelId="{38B3FE6E-2D3D-496E-A71D-ED8A582D7ACC}" type="pres">
      <dgm:prSet presAssocID="{0FD306A2-C710-4D99-B1DA-12F76E53ABEF}" presName="bgRect" presStyleLbl="bgShp" presStyleIdx="5" presStyleCnt="6"/>
      <dgm:spPr/>
    </dgm:pt>
    <dgm:pt modelId="{D8FC457A-5CD3-4BB9-B001-69704A18F636}" type="pres">
      <dgm:prSet presAssocID="{0FD306A2-C710-4D99-B1DA-12F76E53ABEF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81FE50FD-333C-4BA2-B5C7-4C3C44260284}" type="pres">
      <dgm:prSet presAssocID="{0FD306A2-C710-4D99-B1DA-12F76E53ABEF}" presName="spaceRect" presStyleCnt="0"/>
      <dgm:spPr/>
    </dgm:pt>
    <dgm:pt modelId="{B22AC6C4-E04A-4CC1-94B2-34F67D9DF4FC}" type="pres">
      <dgm:prSet presAssocID="{0FD306A2-C710-4D99-B1DA-12F76E53ABE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7C25013-7169-4C04-9E36-AB56F4628161}" srcId="{F1347C11-C0C5-4F8F-8615-A4859BB45220}" destId="{B1F4315C-2D26-4A78-8B52-CE57E554A812}" srcOrd="1" destOrd="0" parTransId="{25F36380-8350-4331-B7E5-2E11839D6A66}" sibTransId="{CAD15268-436F-4E09-A430-C87870788C5A}"/>
    <dgm:cxn modelId="{40411721-D4D6-4838-B98D-9A19C3D848B4}" srcId="{F1347C11-C0C5-4F8F-8615-A4859BB45220}" destId="{08CBB8B6-8158-462E-842A-F4CD86E19658}" srcOrd="3" destOrd="0" parTransId="{938EAC57-54E0-40F1-8766-DD50B12BBD2E}" sibTransId="{76C38DCC-2014-4E13-9F55-0B32358525EF}"/>
    <dgm:cxn modelId="{FF201825-AE18-4F4C-BF5C-643F841D9D5E}" srcId="{F1347C11-C0C5-4F8F-8615-A4859BB45220}" destId="{18F6C572-77B8-4824-9506-5A551EBB8451}" srcOrd="4" destOrd="0" parTransId="{88632C5D-415F-4043-873B-4D2A310FEE6B}" sibTransId="{E688C933-6F82-4BD4-974B-7C38D7122DAE}"/>
    <dgm:cxn modelId="{8172CC2D-53FB-4A37-B5F2-BEB3416BA0A9}" type="presOf" srcId="{B1F4315C-2D26-4A78-8B52-CE57E554A812}" destId="{2D87E5D1-13D0-440A-A526-3DD6B6CD3B66}" srcOrd="0" destOrd="0" presId="urn:microsoft.com/office/officeart/2018/2/layout/IconVerticalSolidList"/>
    <dgm:cxn modelId="{B9F1B22F-4E8F-4E83-B55A-FA4236564201}" type="presOf" srcId="{08CBB8B6-8158-462E-842A-F4CD86E19658}" destId="{7DFF6C15-D1C1-4400-B60D-DA2DEFE3AF86}" srcOrd="0" destOrd="0" presId="urn:microsoft.com/office/officeart/2018/2/layout/IconVerticalSolidList"/>
    <dgm:cxn modelId="{0C85F85C-3B37-4F76-A187-4471637C1721}" srcId="{F1347C11-C0C5-4F8F-8615-A4859BB45220}" destId="{6E8BF187-9C09-42CE-A327-8E40BF9BFC9C}" srcOrd="2" destOrd="0" parTransId="{F5981ADB-3D2D-4484-82E6-770EC5A90326}" sibTransId="{772B91A9-F129-49F0-9BB4-E1500719D811}"/>
    <dgm:cxn modelId="{D99A1660-6EAE-4C06-BCDD-E7D813D7FF15}" type="presOf" srcId="{6E8BF187-9C09-42CE-A327-8E40BF9BFC9C}" destId="{D397F25E-7B91-4266-815D-BDB6399AFB48}" srcOrd="0" destOrd="0" presId="urn:microsoft.com/office/officeart/2018/2/layout/IconVerticalSolidList"/>
    <dgm:cxn modelId="{88EA566A-1586-4143-A87A-8890C7E8C59A}" srcId="{F1347C11-C0C5-4F8F-8615-A4859BB45220}" destId="{A9DCC04D-B307-44DB-936D-07157609986E}" srcOrd="0" destOrd="0" parTransId="{8A786985-AA34-4C14-A90A-8A38DBA9B24B}" sibTransId="{23CD3BE0-86E9-444B-B9AE-9CA9CFDDADD8}"/>
    <dgm:cxn modelId="{A7C24750-7B62-4962-B453-306FAB40C76A}" type="presOf" srcId="{A9DCC04D-B307-44DB-936D-07157609986E}" destId="{6B22F096-E049-43D1-BB6F-69AEE1D01F76}" srcOrd="0" destOrd="0" presId="urn:microsoft.com/office/officeart/2018/2/layout/IconVerticalSolidList"/>
    <dgm:cxn modelId="{0AC4ADBB-543E-44A5-8204-7FD1F47062DF}" srcId="{F1347C11-C0C5-4F8F-8615-A4859BB45220}" destId="{0FD306A2-C710-4D99-B1DA-12F76E53ABEF}" srcOrd="5" destOrd="0" parTransId="{DA4BEF0F-C66D-4C6F-9F81-DFBE02FD9233}" sibTransId="{A00981FD-FEE8-4AA8-A571-15D3958874C9}"/>
    <dgm:cxn modelId="{37FCB9D4-DE13-40E4-9276-7DEDE7483B23}" type="presOf" srcId="{F1347C11-C0C5-4F8F-8615-A4859BB45220}" destId="{C20B8E88-A807-4437-AE68-D6508ED8B1A1}" srcOrd="0" destOrd="0" presId="urn:microsoft.com/office/officeart/2018/2/layout/IconVerticalSolidList"/>
    <dgm:cxn modelId="{06308AD6-EF88-4944-9D22-31A0FA714D94}" type="presOf" srcId="{18F6C572-77B8-4824-9506-5A551EBB8451}" destId="{1293ACB0-04F6-438B-A9CF-D0A9C7246581}" srcOrd="0" destOrd="0" presId="urn:microsoft.com/office/officeart/2018/2/layout/IconVerticalSolidList"/>
    <dgm:cxn modelId="{6CADE3F4-FC45-48A4-A724-87808E0212B8}" type="presOf" srcId="{0FD306A2-C710-4D99-B1DA-12F76E53ABEF}" destId="{B22AC6C4-E04A-4CC1-94B2-34F67D9DF4FC}" srcOrd="0" destOrd="0" presId="urn:microsoft.com/office/officeart/2018/2/layout/IconVerticalSolidList"/>
    <dgm:cxn modelId="{6225478C-339D-4817-A316-98BDF262F8D6}" type="presParOf" srcId="{C20B8E88-A807-4437-AE68-D6508ED8B1A1}" destId="{BB463E3E-106F-4514-B0FB-89FE90178560}" srcOrd="0" destOrd="0" presId="urn:microsoft.com/office/officeart/2018/2/layout/IconVerticalSolidList"/>
    <dgm:cxn modelId="{562DB709-2A25-4A19-A682-5BA4D35AB1F4}" type="presParOf" srcId="{BB463E3E-106F-4514-B0FB-89FE90178560}" destId="{3886DDE0-D6F6-46BE-B081-859E7280A0D8}" srcOrd="0" destOrd="0" presId="urn:microsoft.com/office/officeart/2018/2/layout/IconVerticalSolidList"/>
    <dgm:cxn modelId="{AFEE3BB8-F9E7-4DB9-AE73-EEF4B67FF4F7}" type="presParOf" srcId="{BB463E3E-106F-4514-B0FB-89FE90178560}" destId="{DEECD97A-C0A1-47A0-93AD-7770DD0BD816}" srcOrd="1" destOrd="0" presId="urn:microsoft.com/office/officeart/2018/2/layout/IconVerticalSolidList"/>
    <dgm:cxn modelId="{CC79AC2B-DE5B-4A95-A9FA-4A71408ED7B8}" type="presParOf" srcId="{BB463E3E-106F-4514-B0FB-89FE90178560}" destId="{913ECAC6-E7E9-42B6-9D7D-76065E1F847A}" srcOrd="2" destOrd="0" presId="urn:microsoft.com/office/officeart/2018/2/layout/IconVerticalSolidList"/>
    <dgm:cxn modelId="{31020606-3CA9-4C3C-BBDF-A870468E91FF}" type="presParOf" srcId="{BB463E3E-106F-4514-B0FB-89FE90178560}" destId="{6B22F096-E049-43D1-BB6F-69AEE1D01F76}" srcOrd="3" destOrd="0" presId="urn:microsoft.com/office/officeart/2018/2/layout/IconVerticalSolidList"/>
    <dgm:cxn modelId="{DB3AF83B-D2EB-40B6-9695-36D345A32126}" type="presParOf" srcId="{C20B8E88-A807-4437-AE68-D6508ED8B1A1}" destId="{C8C7FD1F-00AA-479E-AD9A-8ABBEDBF6F95}" srcOrd="1" destOrd="0" presId="urn:microsoft.com/office/officeart/2018/2/layout/IconVerticalSolidList"/>
    <dgm:cxn modelId="{AF46349A-72B5-4DD0-929F-B46A13AEF8C8}" type="presParOf" srcId="{C20B8E88-A807-4437-AE68-D6508ED8B1A1}" destId="{8D4227B9-2CEF-4115-8A19-058E929F6619}" srcOrd="2" destOrd="0" presId="urn:microsoft.com/office/officeart/2018/2/layout/IconVerticalSolidList"/>
    <dgm:cxn modelId="{B6F44D17-FEB8-4E7B-8E08-CDEC061E5F1C}" type="presParOf" srcId="{8D4227B9-2CEF-4115-8A19-058E929F6619}" destId="{4FE23E73-EAA9-4AA5-8696-BD57EA393471}" srcOrd="0" destOrd="0" presId="urn:microsoft.com/office/officeart/2018/2/layout/IconVerticalSolidList"/>
    <dgm:cxn modelId="{A2F19A19-A2DD-4C97-B2A4-86521A2545E9}" type="presParOf" srcId="{8D4227B9-2CEF-4115-8A19-058E929F6619}" destId="{84ABE97F-C001-418E-B8AC-92ED6929913A}" srcOrd="1" destOrd="0" presId="urn:microsoft.com/office/officeart/2018/2/layout/IconVerticalSolidList"/>
    <dgm:cxn modelId="{71AAE315-033C-41CC-A651-D4EFCE3B065E}" type="presParOf" srcId="{8D4227B9-2CEF-4115-8A19-058E929F6619}" destId="{2378E52E-9680-449F-BCB8-C81DB299D1B6}" srcOrd="2" destOrd="0" presId="urn:microsoft.com/office/officeart/2018/2/layout/IconVerticalSolidList"/>
    <dgm:cxn modelId="{C384D00C-D4BA-4F45-A4DC-86215781A8E6}" type="presParOf" srcId="{8D4227B9-2CEF-4115-8A19-058E929F6619}" destId="{2D87E5D1-13D0-440A-A526-3DD6B6CD3B66}" srcOrd="3" destOrd="0" presId="urn:microsoft.com/office/officeart/2018/2/layout/IconVerticalSolidList"/>
    <dgm:cxn modelId="{14904057-B067-4E7F-A694-5FE5B12BE840}" type="presParOf" srcId="{C20B8E88-A807-4437-AE68-D6508ED8B1A1}" destId="{3F6A1D9E-053D-4251-A993-95708F1B2995}" srcOrd="3" destOrd="0" presId="urn:microsoft.com/office/officeart/2018/2/layout/IconVerticalSolidList"/>
    <dgm:cxn modelId="{E36810AE-7580-4C7A-9EE5-E98437086133}" type="presParOf" srcId="{C20B8E88-A807-4437-AE68-D6508ED8B1A1}" destId="{8B54A90F-4135-4F0C-B6E5-2EFAD86186FB}" srcOrd="4" destOrd="0" presId="urn:microsoft.com/office/officeart/2018/2/layout/IconVerticalSolidList"/>
    <dgm:cxn modelId="{E3A6E3EB-3B3E-4B25-AC20-05DD52DEA193}" type="presParOf" srcId="{8B54A90F-4135-4F0C-B6E5-2EFAD86186FB}" destId="{916CFC9B-4BB2-4414-AFED-05A08A127F72}" srcOrd="0" destOrd="0" presId="urn:microsoft.com/office/officeart/2018/2/layout/IconVerticalSolidList"/>
    <dgm:cxn modelId="{172672C1-8DBF-4EFF-B0E1-3188634772B2}" type="presParOf" srcId="{8B54A90F-4135-4F0C-B6E5-2EFAD86186FB}" destId="{B1363D03-2E7F-4781-AFF5-D810A8AF29EA}" srcOrd="1" destOrd="0" presId="urn:microsoft.com/office/officeart/2018/2/layout/IconVerticalSolidList"/>
    <dgm:cxn modelId="{044542F8-BB8B-480A-9950-6D78F1CEE9B3}" type="presParOf" srcId="{8B54A90F-4135-4F0C-B6E5-2EFAD86186FB}" destId="{9201B7C7-98CC-46D2-ADA8-F688213565D7}" srcOrd="2" destOrd="0" presId="urn:microsoft.com/office/officeart/2018/2/layout/IconVerticalSolidList"/>
    <dgm:cxn modelId="{484B0AD5-B446-492D-B55A-4ECD747150FE}" type="presParOf" srcId="{8B54A90F-4135-4F0C-B6E5-2EFAD86186FB}" destId="{D397F25E-7B91-4266-815D-BDB6399AFB48}" srcOrd="3" destOrd="0" presId="urn:microsoft.com/office/officeart/2018/2/layout/IconVerticalSolidList"/>
    <dgm:cxn modelId="{B4F239BA-B39F-4DE0-861F-DD74447C6428}" type="presParOf" srcId="{C20B8E88-A807-4437-AE68-D6508ED8B1A1}" destId="{119CEFF6-DAEB-4058-A296-C41FFD212912}" srcOrd="5" destOrd="0" presId="urn:microsoft.com/office/officeart/2018/2/layout/IconVerticalSolidList"/>
    <dgm:cxn modelId="{880C0113-E5B8-473B-893E-612D4D9CCB07}" type="presParOf" srcId="{C20B8E88-A807-4437-AE68-D6508ED8B1A1}" destId="{70803D9C-6779-47B9-821A-DB6DF71580C4}" srcOrd="6" destOrd="0" presId="urn:microsoft.com/office/officeart/2018/2/layout/IconVerticalSolidList"/>
    <dgm:cxn modelId="{3E1EE057-EF5D-427E-A702-725FC57166D1}" type="presParOf" srcId="{70803D9C-6779-47B9-821A-DB6DF71580C4}" destId="{AB89152F-6E8C-4F04-A627-F3ECFA6CCEBA}" srcOrd="0" destOrd="0" presId="urn:microsoft.com/office/officeart/2018/2/layout/IconVerticalSolidList"/>
    <dgm:cxn modelId="{0F999FDA-9569-4DE9-A7C2-EF0679B8CC37}" type="presParOf" srcId="{70803D9C-6779-47B9-821A-DB6DF71580C4}" destId="{EF9414F4-FD0A-4D5E-A47D-DE5FC22534B9}" srcOrd="1" destOrd="0" presId="urn:microsoft.com/office/officeart/2018/2/layout/IconVerticalSolidList"/>
    <dgm:cxn modelId="{691BB82B-66A0-4021-A7D0-CECB68074819}" type="presParOf" srcId="{70803D9C-6779-47B9-821A-DB6DF71580C4}" destId="{75F9BBEA-EC7A-48FA-9602-B3DF038D5669}" srcOrd="2" destOrd="0" presId="urn:microsoft.com/office/officeart/2018/2/layout/IconVerticalSolidList"/>
    <dgm:cxn modelId="{4C2D06CA-6E5C-47AF-9EE5-A142E5BE8DC3}" type="presParOf" srcId="{70803D9C-6779-47B9-821A-DB6DF71580C4}" destId="{7DFF6C15-D1C1-4400-B60D-DA2DEFE3AF86}" srcOrd="3" destOrd="0" presId="urn:microsoft.com/office/officeart/2018/2/layout/IconVerticalSolidList"/>
    <dgm:cxn modelId="{AF361DB3-D754-4036-9120-6CD6A296ECF4}" type="presParOf" srcId="{C20B8E88-A807-4437-AE68-D6508ED8B1A1}" destId="{DED449FF-0E5C-4107-97CF-8DAB85629ACF}" srcOrd="7" destOrd="0" presId="urn:microsoft.com/office/officeart/2018/2/layout/IconVerticalSolidList"/>
    <dgm:cxn modelId="{C3B05737-688D-45D2-985C-3B7A1E9DF798}" type="presParOf" srcId="{C20B8E88-A807-4437-AE68-D6508ED8B1A1}" destId="{9192974F-44E6-4E80-9BA8-13AB723DE1E0}" srcOrd="8" destOrd="0" presId="urn:microsoft.com/office/officeart/2018/2/layout/IconVerticalSolidList"/>
    <dgm:cxn modelId="{7FC3BF1C-39F3-44EE-B9BF-5A2F3B23E247}" type="presParOf" srcId="{9192974F-44E6-4E80-9BA8-13AB723DE1E0}" destId="{F45C434E-DA24-460D-8BD5-0BEE857DFBBC}" srcOrd="0" destOrd="0" presId="urn:microsoft.com/office/officeart/2018/2/layout/IconVerticalSolidList"/>
    <dgm:cxn modelId="{87F2915A-AAB1-4846-9A6D-BDE644C5756D}" type="presParOf" srcId="{9192974F-44E6-4E80-9BA8-13AB723DE1E0}" destId="{1A39A23A-1B3E-4F62-AB30-4F2131228A78}" srcOrd="1" destOrd="0" presId="urn:microsoft.com/office/officeart/2018/2/layout/IconVerticalSolidList"/>
    <dgm:cxn modelId="{08603EE5-CFCA-487A-BAE0-F6C7F9234091}" type="presParOf" srcId="{9192974F-44E6-4E80-9BA8-13AB723DE1E0}" destId="{BE179D4D-0285-4062-8996-B69E908156C1}" srcOrd="2" destOrd="0" presId="urn:microsoft.com/office/officeart/2018/2/layout/IconVerticalSolidList"/>
    <dgm:cxn modelId="{583258A4-53D7-40ED-B096-B78035C60719}" type="presParOf" srcId="{9192974F-44E6-4E80-9BA8-13AB723DE1E0}" destId="{1293ACB0-04F6-438B-A9CF-D0A9C7246581}" srcOrd="3" destOrd="0" presId="urn:microsoft.com/office/officeart/2018/2/layout/IconVerticalSolidList"/>
    <dgm:cxn modelId="{9BAF5ADF-B587-45F9-B13E-41DC362418D4}" type="presParOf" srcId="{C20B8E88-A807-4437-AE68-D6508ED8B1A1}" destId="{5021E1B2-824B-47B0-9B85-CCF5808442AB}" srcOrd="9" destOrd="0" presId="urn:microsoft.com/office/officeart/2018/2/layout/IconVerticalSolidList"/>
    <dgm:cxn modelId="{F8FB3783-96C3-4D1D-AC45-993FEBD42DF4}" type="presParOf" srcId="{C20B8E88-A807-4437-AE68-D6508ED8B1A1}" destId="{35DD2B6A-B057-4E0F-B633-4DEC32B17B35}" srcOrd="10" destOrd="0" presId="urn:microsoft.com/office/officeart/2018/2/layout/IconVerticalSolidList"/>
    <dgm:cxn modelId="{1F8B7701-D606-4A81-A556-78D2B09802A9}" type="presParOf" srcId="{35DD2B6A-B057-4E0F-B633-4DEC32B17B35}" destId="{38B3FE6E-2D3D-496E-A71D-ED8A582D7ACC}" srcOrd="0" destOrd="0" presId="urn:microsoft.com/office/officeart/2018/2/layout/IconVerticalSolidList"/>
    <dgm:cxn modelId="{97DFB064-2F5B-4085-80E5-043234B028B6}" type="presParOf" srcId="{35DD2B6A-B057-4E0F-B633-4DEC32B17B35}" destId="{D8FC457A-5CD3-4BB9-B001-69704A18F636}" srcOrd="1" destOrd="0" presId="urn:microsoft.com/office/officeart/2018/2/layout/IconVerticalSolidList"/>
    <dgm:cxn modelId="{25095E9A-E0D1-43E1-9F2E-93281BC8E556}" type="presParOf" srcId="{35DD2B6A-B057-4E0F-B633-4DEC32B17B35}" destId="{81FE50FD-333C-4BA2-B5C7-4C3C44260284}" srcOrd="2" destOrd="0" presId="urn:microsoft.com/office/officeart/2018/2/layout/IconVerticalSolidList"/>
    <dgm:cxn modelId="{B8496491-935C-4C83-BCD9-30715FF6631A}" type="presParOf" srcId="{35DD2B6A-B057-4E0F-B633-4DEC32B17B35}" destId="{B22AC6C4-E04A-4CC1-94B2-34F67D9DF4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53FA63F-9B56-42F6-8F78-0BC3B19EA35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5A47810-7D8C-4A2D-B070-E18FB0F475B7}">
      <dgm:prSet/>
      <dgm:spPr/>
      <dgm:t>
        <a:bodyPr/>
        <a:lstStyle/>
        <a:p>
          <a:r>
            <a:rPr lang="en-US" dirty="0"/>
            <a:t>Satellite health monitoring</a:t>
          </a:r>
        </a:p>
      </dgm:t>
    </dgm:pt>
    <dgm:pt modelId="{B778E4E6-79B3-4BE6-AE53-4EFC850102B4}" type="parTrans" cxnId="{306E0343-C9E3-4B34-AE86-B652074452FA}">
      <dgm:prSet/>
      <dgm:spPr/>
      <dgm:t>
        <a:bodyPr/>
        <a:lstStyle/>
        <a:p>
          <a:endParaRPr lang="en-US"/>
        </a:p>
      </dgm:t>
    </dgm:pt>
    <dgm:pt modelId="{982B2733-D1B8-40B3-9D0E-0C6C2CFE066F}" type="sibTrans" cxnId="{306E0343-C9E3-4B34-AE86-B652074452FA}">
      <dgm:prSet/>
      <dgm:spPr/>
      <dgm:t>
        <a:bodyPr/>
        <a:lstStyle/>
        <a:p>
          <a:endParaRPr lang="en-US"/>
        </a:p>
      </dgm:t>
    </dgm:pt>
    <dgm:pt modelId="{B6147791-8D5A-45A3-A47B-2FAE73DEFC32}">
      <dgm:prSet/>
      <dgm:spPr/>
      <dgm:t>
        <a:bodyPr/>
        <a:lstStyle/>
        <a:p>
          <a:r>
            <a:rPr lang="en-US" dirty="0"/>
            <a:t>Educational &amp; research use</a:t>
          </a:r>
        </a:p>
      </dgm:t>
    </dgm:pt>
    <dgm:pt modelId="{DD0CB987-C8D8-4488-9142-58AE42511DA2}" type="parTrans" cxnId="{4A7EF096-62F6-4D60-A632-45743719A921}">
      <dgm:prSet/>
      <dgm:spPr/>
      <dgm:t>
        <a:bodyPr/>
        <a:lstStyle/>
        <a:p>
          <a:endParaRPr lang="en-US"/>
        </a:p>
      </dgm:t>
    </dgm:pt>
    <dgm:pt modelId="{7830B25E-5085-4BD9-A521-A8994153A6C0}" type="sibTrans" cxnId="{4A7EF096-62F6-4D60-A632-45743719A921}">
      <dgm:prSet/>
      <dgm:spPr/>
      <dgm:t>
        <a:bodyPr/>
        <a:lstStyle/>
        <a:p>
          <a:endParaRPr lang="en-US"/>
        </a:p>
      </dgm:t>
    </dgm:pt>
    <dgm:pt modelId="{BAFBFDD1-1ECF-4281-A5FD-853A0F885F8B}">
      <dgm:prSet/>
      <dgm:spPr/>
      <dgm:t>
        <a:bodyPr/>
        <a:lstStyle/>
        <a:p>
          <a:r>
            <a:rPr lang="en-US" dirty="0"/>
            <a:t>Satellite-based IoT</a:t>
          </a:r>
        </a:p>
      </dgm:t>
    </dgm:pt>
    <dgm:pt modelId="{00866B2F-25C7-4BBE-9DA5-C1BD0BB63282}" type="parTrans" cxnId="{C5F20BE5-EAAD-4AB2-A31D-F0F45B9551CC}">
      <dgm:prSet/>
      <dgm:spPr/>
      <dgm:t>
        <a:bodyPr/>
        <a:lstStyle/>
        <a:p>
          <a:endParaRPr lang="en-US"/>
        </a:p>
      </dgm:t>
    </dgm:pt>
    <dgm:pt modelId="{4134B805-350F-4341-981F-331A10FC2299}" type="sibTrans" cxnId="{C5F20BE5-EAAD-4AB2-A31D-F0F45B9551CC}">
      <dgm:prSet/>
      <dgm:spPr/>
      <dgm:t>
        <a:bodyPr/>
        <a:lstStyle/>
        <a:p>
          <a:endParaRPr lang="en-US"/>
        </a:p>
      </dgm:t>
    </dgm:pt>
    <dgm:pt modelId="{DE33777E-3DB0-474A-97DB-DB66F3834E83}">
      <dgm:prSet/>
      <dgm:spPr/>
      <dgm:t>
        <a:bodyPr/>
        <a:lstStyle/>
        <a:p>
          <a:r>
            <a:rPr lang="en-US" dirty="0"/>
            <a:t>Disaster &amp; remote communication</a:t>
          </a:r>
        </a:p>
      </dgm:t>
    </dgm:pt>
    <dgm:pt modelId="{A03125FD-B792-4C78-8C56-4889985BB453}" type="parTrans" cxnId="{9DD77B8A-D172-41B0-98DB-BF0FA3B66D5E}">
      <dgm:prSet/>
      <dgm:spPr/>
      <dgm:t>
        <a:bodyPr/>
        <a:lstStyle/>
        <a:p>
          <a:endParaRPr lang="en-US"/>
        </a:p>
      </dgm:t>
    </dgm:pt>
    <dgm:pt modelId="{9FEACBE5-BEC6-4B51-854B-19A801A60B3B}" type="sibTrans" cxnId="{9DD77B8A-D172-41B0-98DB-BF0FA3B66D5E}">
      <dgm:prSet/>
      <dgm:spPr/>
      <dgm:t>
        <a:bodyPr/>
        <a:lstStyle/>
        <a:p>
          <a:endParaRPr lang="en-US"/>
        </a:p>
      </dgm:t>
    </dgm:pt>
    <dgm:pt modelId="{B5D1D80F-7485-4B8E-80B0-F3081B0DC428}">
      <dgm:prSet/>
      <dgm:spPr/>
      <dgm:t>
        <a:bodyPr/>
        <a:lstStyle/>
        <a:p>
          <a:r>
            <a:rPr lang="en-US" dirty="0"/>
            <a:t>CubeSat missions</a:t>
          </a:r>
        </a:p>
      </dgm:t>
    </dgm:pt>
    <dgm:pt modelId="{FCEE27A6-8BE9-4945-9229-95608DCC91E6}" type="parTrans" cxnId="{B4F56013-9836-4134-82FE-0B760C477FA0}">
      <dgm:prSet/>
      <dgm:spPr/>
      <dgm:t>
        <a:bodyPr/>
        <a:lstStyle/>
        <a:p>
          <a:endParaRPr lang="en-US"/>
        </a:p>
      </dgm:t>
    </dgm:pt>
    <dgm:pt modelId="{750C2C7D-52DF-433D-B1E0-5CB7851EF0B2}" type="sibTrans" cxnId="{B4F56013-9836-4134-82FE-0B760C477FA0}">
      <dgm:prSet/>
      <dgm:spPr/>
      <dgm:t>
        <a:bodyPr/>
        <a:lstStyle/>
        <a:p>
          <a:endParaRPr lang="en-US"/>
        </a:p>
      </dgm:t>
    </dgm:pt>
    <dgm:pt modelId="{F7329E8C-FBEB-4204-A181-E0F9D9F7D34E}">
      <dgm:prSet/>
      <dgm:spPr/>
      <dgm:t>
        <a:bodyPr/>
        <a:lstStyle/>
        <a:p>
          <a:r>
            <a:rPr lang="en-US" dirty="0"/>
            <a:t>This system is useful for both academic and future IoT applications</a:t>
          </a:r>
          <a:r>
            <a:rPr lang="en-US" dirty="0">
              <a:latin typeface="Calibri Light" panose="020F0302020204030204"/>
            </a:rPr>
            <a:t>.</a:t>
          </a:r>
          <a:endParaRPr lang="en-US" dirty="0"/>
        </a:p>
      </dgm:t>
    </dgm:pt>
    <dgm:pt modelId="{3D85B7CF-6BD3-4689-A5C2-564AF09645AE}" type="parTrans" cxnId="{BBF87D8D-80DF-4252-82C6-74C1C14D6BC4}">
      <dgm:prSet/>
      <dgm:spPr/>
      <dgm:t>
        <a:bodyPr/>
        <a:lstStyle/>
        <a:p>
          <a:endParaRPr lang="en-US"/>
        </a:p>
      </dgm:t>
    </dgm:pt>
    <dgm:pt modelId="{0977A6B3-86F7-4B4F-9A95-34414EED138D}" type="sibTrans" cxnId="{BBF87D8D-80DF-4252-82C6-74C1C14D6BC4}">
      <dgm:prSet/>
      <dgm:spPr/>
      <dgm:t>
        <a:bodyPr/>
        <a:lstStyle/>
        <a:p>
          <a:endParaRPr lang="en-US"/>
        </a:p>
      </dgm:t>
    </dgm:pt>
    <dgm:pt modelId="{C307B26C-2BEE-4A83-9546-50097F871779}" type="pres">
      <dgm:prSet presAssocID="{953FA63F-9B56-42F6-8F78-0BC3B19EA358}" presName="root" presStyleCnt="0">
        <dgm:presLayoutVars>
          <dgm:dir/>
          <dgm:resizeHandles val="exact"/>
        </dgm:presLayoutVars>
      </dgm:prSet>
      <dgm:spPr/>
    </dgm:pt>
    <dgm:pt modelId="{7435A3BF-DE8C-476B-9075-9B6ADB01A117}" type="pres">
      <dgm:prSet presAssocID="{B5A47810-7D8C-4A2D-B070-E18FB0F475B7}" presName="compNode" presStyleCnt="0"/>
      <dgm:spPr/>
    </dgm:pt>
    <dgm:pt modelId="{A63481C6-1E30-4A98-8DFF-A8B26AD4827A}" type="pres">
      <dgm:prSet presAssocID="{B5A47810-7D8C-4A2D-B070-E18FB0F475B7}" presName="bgRect" presStyleLbl="bgShp" presStyleIdx="0" presStyleCnt="6"/>
      <dgm:spPr/>
    </dgm:pt>
    <dgm:pt modelId="{AF6B618C-7DA4-478F-9686-616162402007}" type="pres">
      <dgm:prSet presAssocID="{B5A47810-7D8C-4A2D-B070-E18FB0F475B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FA91C50B-41B1-4809-B78E-EC5B5C7FE4B1}" type="pres">
      <dgm:prSet presAssocID="{B5A47810-7D8C-4A2D-B070-E18FB0F475B7}" presName="spaceRect" presStyleCnt="0"/>
      <dgm:spPr/>
    </dgm:pt>
    <dgm:pt modelId="{8F96251E-635B-471A-9D6F-2432E3DA342D}" type="pres">
      <dgm:prSet presAssocID="{B5A47810-7D8C-4A2D-B070-E18FB0F475B7}" presName="parTx" presStyleLbl="revTx" presStyleIdx="0" presStyleCnt="6">
        <dgm:presLayoutVars>
          <dgm:chMax val="0"/>
          <dgm:chPref val="0"/>
        </dgm:presLayoutVars>
      </dgm:prSet>
      <dgm:spPr/>
    </dgm:pt>
    <dgm:pt modelId="{D55CA023-2C61-4A23-9DD3-02B981162593}" type="pres">
      <dgm:prSet presAssocID="{982B2733-D1B8-40B3-9D0E-0C6C2CFE066F}" presName="sibTrans" presStyleCnt="0"/>
      <dgm:spPr/>
    </dgm:pt>
    <dgm:pt modelId="{FC2E7D50-B285-4623-9154-2FF6DB2A72A6}" type="pres">
      <dgm:prSet presAssocID="{B6147791-8D5A-45A3-A47B-2FAE73DEFC32}" presName="compNode" presStyleCnt="0"/>
      <dgm:spPr/>
    </dgm:pt>
    <dgm:pt modelId="{8811DDD5-5C23-4391-A7D9-742B2BD6E6F0}" type="pres">
      <dgm:prSet presAssocID="{B6147791-8D5A-45A3-A47B-2FAE73DEFC32}" presName="bgRect" presStyleLbl="bgShp" presStyleIdx="1" presStyleCnt="6"/>
      <dgm:spPr/>
    </dgm:pt>
    <dgm:pt modelId="{E4E888AC-F99C-449A-A6EB-50F635808D39}" type="pres">
      <dgm:prSet presAssocID="{B6147791-8D5A-45A3-A47B-2FAE73DEFC32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9B181DEC-39AB-4E40-B550-606986CB9EB9}" type="pres">
      <dgm:prSet presAssocID="{B6147791-8D5A-45A3-A47B-2FAE73DEFC32}" presName="spaceRect" presStyleCnt="0"/>
      <dgm:spPr/>
    </dgm:pt>
    <dgm:pt modelId="{98613AD1-F00A-40BC-AA75-2B430C219E51}" type="pres">
      <dgm:prSet presAssocID="{B6147791-8D5A-45A3-A47B-2FAE73DEFC32}" presName="parTx" presStyleLbl="revTx" presStyleIdx="1" presStyleCnt="6">
        <dgm:presLayoutVars>
          <dgm:chMax val="0"/>
          <dgm:chPref val="0"/>
        </dgm:presLayoutVars>
      </dgm:prSet>
      <dgm:spPr/>
    </dgm:pt>
    <dgm:pt modelId="{47ABE4FD-FB6C-4CAF-B38C-15E99BBA0E66}" type="pres">
      <dgm:prSet presAssocID="{7830B25E-5085-4BD9-A521-A8994153A6C0}" presName="sibTrans" presStyleCnt="0"/>
      <dgm:spPr/>
    </dgm:pt>
    <dgm:pt modelId="{1D747224-A137-4F97-A043-01996DB62CA8}" type="pres">
      <dgm:prSet presAssocID="{BAFBFDD1-1ECF-4281-A5FD-853A0F885F8B}" presName="compNode" presStyleCnt="0"/>
      <dgm:spPr/>
    </dgm:pt>
    <dgm:pt modelId="{0E722B44-8B66-4FF7-982F-3B6F6183F67D}" type="pres">
      <dgm:prSet presAssocID="{BAFBFDD1-1ECF-4281-A5FD-853A0F885F8B}" presName="bgRect" presStyleLbl="bgShp" presStyleIdx="2" presStyleCnt="6"/>
      <dgm:spPr/>
    </dgm:pt>
    <dgm:pt modelId="{02B86696-AFC0-4AFE-B4DE-BBCD58E8B851}" type="pres">
      <dgm:prSet presAssocID="{BAFBFDD1-1ECF-4281-A5FD-853A0F885F8B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FE0F11FE-4AA5-434C-BAE3-AD103A645D20}" type="pres">
      <dgm:prSet presAssocID="{BAFBFDD1-1ECF-4281-A5FD-853A0F885F8B}" presName="spaceRect" presStyleCnt="0"/>
      <dgm:spPr/>
    </dgm:pt>
    <dgm:pt modelId="{EAE59767-1BCF-4407-96CB-5D7CE90B0B48}" type="pres">
      <dgm:prSet presAssocID="{BAFBFDD1-1ECF-4281-A5FD-853A0F885F8B}" presName="parTx" presStyleLbl="revTx" presStyleIdx="2" presStyleCnt="6">
        <dgm:presLayoutVars>
          <dgm:chMax val="0"/>
          <dgm:chPref val="0"/>
        </dgm:presLayoutVars>
      </dgm:prSet>
      <dgm:spPr/>
    </dgm:pt>
    <dgm:pt modelId="{46CBFF41-0303-4D07-BC46-5F21E29EF58D}" type="pres">
      <dgm:prSet presAssocID="{4134B805-350F-4341-981F-331A10FC2299}" presName="sibTrans" presStyleCnt="0"/>
      <dgm:spPr/>
    </dgm:pt>
    <dgm:pt modelId="{DD9ED30B-1723-4C07-BD9B-730E552DE1A0}" type="pres">
      <dgm:prSet presAssocID="{DE33777E-3DB0-474A-97DB-DB66F3834E83}" presName="compNode" presStyleCnt="0"/>
      <dgm:spPr/>
    </dgm:pt>
    <dgm:pt modelId="{3C28D6C7-0577-48A5-A446-6D8AA38635B5}" type="pres">
      <dgm:prSet presAssocID="{DE33777E-3DB0-474A-97DB-DB66F3834E83}" presName="bgRect" presStyleLbl="bgShp" presStyleIdx="3" presStyleCnt="6"/>
      <dgm:spPr/>
    </dgm:pt>
    <dgm:pt modelId="{E6DF6C4E-E9A2-413A-B86B-A5E955B62D1D}" type="pres">
      <dgm:prSet presAssocID="{DE33777E-3DB0-474A-97DB-DB66F3834E83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D6BAFBCF-F712-4D31-81DB-568E05F25BE8}" type="pres">
      <dgm:prSet presAssocID="{DE33777E-3DB0-474A-97DB-DB66F3834E83}" presName="spaceRect" presStyleCnt="0"/>
      <dgm:spPr/>
    </dgm:pt>
    <dgm:pt modelId="{61684060-2FCB-4AEA-B2FD-A3EE423B5128}" type="pres">
      <dgm:prSet presAssocID="{DE33777E-3DB0-474A-97DB-DB66F3834E83}" presName="parTx" presStyleLbl="revTx" presStyleIdx="3" presStyleCnt="6">
        <dgm:presLayoutVars>
          <dgm:chMax val="0"/>
          <dgm:chPref val="0"/>
        </dgm:presLayoutVars>
      </dgm:prSet>
      <dgm:spPr/>
    </dgm:pt>
    <dgm:pt modelId="{6BF38B42-D824-4BF8-93B7-2C7D35B8EFCC}" type="pres">
      <dgm:prSet presAssocID="{9FEACBE5-BEC6-4B51-854B-19A801A60B3B}" presName="sibTrans" presStyleCnt="0"/>
      <dgm:spPr/>
    </dgm:pt>
    <dgm:pt modelId="{36FBE6BD-75B8-4815-8055-3B58425A616E}" type="pres">
      <dgm:prSet presAssocID="{B5D1D80F-7485-4B8E-80B0-F3081B0DC428}" presName="compNode" presStyleCnt="0"/>
      <dgm:spPr/>
    </dgm:pt>
    <dgm:pt modelId="{95A42184-6A41-4FBE-86AC-FA71AF372B69}" type="pres">
      <dgm:prSet presAssocID="{B5D1D80F-7485-4B8E-80B0-F3081B0DC428}" presName="bgRect" presStyleLbl="bgShp" presStyleIdx="4" presStyleCnt="6"/>
      <dgm:spPr/>
    </dgm:pt>
    <dgm:pt modelId="{C7E9AC3D-5825-4DB5-9644-E3EF16316D09}" type="pres">
      <dgm:prSet presAssocID="{B5D1D80F-7485-4B8E-80B0-F3081B0DC428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5F7BFF6-CD42-4301-AAAB-8B1CC729487B}" type="pres">
      <dgm:prSet presAssocID="{B5D1D80F-7485-4B8E-80B0-F3081B0DC428}" presName="spaceRect" presStyleCnt="0"/>
      <dgm:spPr/>
    </dgm:pt>
    <dgm:pt modelId="{C9348699-10CE-4EFE-90CF-E2F33512F678}" type="pres">
      <dgm:prSet presAssocID="{B5D1D80F-7485-4B8E-80B0-F3081B0DC428}" presName="parTx" presStyleLbl="revTx" presStyleIdx="4" presStyleCnt="6">
        <dgm:presLayoutVars>
          <dgm:chMax val="0"/>
          <dgm:chPref val="0"/>
        </dgm:presLayoutVars>
      </dgm:prSet>
      <dgm:spPr/>
    </dgm:pt>
    <dgm:pt modelId="{B955D9E6-091F-41B8-ACBC-B4B1020A3035}" type="pres">
      <dgm:prSet presAssocID="{750C2C7D-52DF-433D-B1E0-5CB7851EF0B2}" presName="sibTrans" presStyleCnt="0"/>
      <dgm:spPr/>
    </dgm:pt>
    <dgm:pt modelId="{58ADE193-4B08-4028-B53A-C360E526CF97}" type="pres">
      <dgm:prSet presAssocID="{F7329E8C-FBEB-4204-A181-E0F9D9F7D34E}" presName="compNode" presStyleCnt="0"/>
      <dgm:spPr/>
    </dgm:pt>
    <dgm:pt modelId="{29195A38-99BE-4DD5-AC1A-1545561831B1}" type="pres">
      <dgm:prSet presAssocID="{F7329E8C-FBEB-4204-A181-E0F9D9F7D34E}" presName="bgRect" presStyleLbl="bgShp" presStyleIdx="5" presStyleCnt="6"/>
      <dgm:spPr/>
    </dgm:pt>
    <dgm:pt modelId="{F4928FAA-E5E6-4112-BBC9-751702B99B8D}" type="pres">
      <dgm:prSet presAssocID="{F7329E8C-FBEB-4204-A181-E0F9D9F7D34E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303E63E-E9F0-49FB-9777-17E3A38EC87C}" type="pres">
      <dgm:prSet presAssocID="{F7329E8C-FBEB-4204-A181-E0F9D9F7D34E}" presName="spaceRect" presStyleCnt="0"/>
      <dgm:spPr/>
    </dgm:pt>
    <dgm:pt modelId="{1672D34C-C19D-47AC-B5C6-E6798F59D856}" type="pres">
      <dgm:prSet presAssocID="{F7329E8C-FBEB-4204-A181-E0F9D9F7D34E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4F56013-9836-4134-82FE-0B760C477FA0}" srcId="{953FA63F-9B56-42F6-8F78-0BC3B19EA358}" destId="{B5D1D80F-7485-4B8E-80B0-F3081B0DC428}" srcOrd="4" destOrd="0" parTransId="{FCEE27A6-8BE9-4945-9229-95608DCC91E6}" sibTransId="{750C2C7D-52DF-433D-B1E0-5CB7851EF0B2}"/>
    <dgm:cxn modelId="{FA91F825-6C83-4F57-987E-C5F787AF1B45}" type="presOf" srcId="{F7329E8C-FBEB-4204-A181-E0F9D9F7D34E}" destId="{1672D34C-C19D-47AC-B5C6-E6798F59D856}" srcOrd="0" destOrd="0" presId="urn:microsoft.com/office/officeart/2018/2/layout/IconVerticalSolidList"/>
    <dgm:cxn modelId="{07E02E40-417C-4286-A71D-632B8C285B22}" type="presOf" srcId="{DE33777E-3DB0-474A-97DB-DB66F3834E83}" destId="{61684060-2FCB-4AEA-B2FD-A3EE423B5128}" srcOrd="0" destOrd="0" presId="urn:microsoft.com/office/officeart/2018/2/layout/IconVerticalSolidList"/>
    <dgm:cxn modelId="{306E0343-C9E3-4B34-AE86-B652074452FA}" srcId="{953FA63F-9B56-42F6-8F78-0BC3B19EA358}" destId="{B5A47810-7D8C-4A2D-B070-E18FB0F475B7}" srcOrd="0" destOrd="0" parTransId="{B778E4E6-79B3-4BE6-AE53-4EFC850102B4}" sibTransId="{982B2733-D1B8-40B3-9D0E-0C6C2CFE066F}"/>
    <dgm:cxn modelId="{1D3E1F67-FB0E-4948-B5C3-B79C2800ADAA}" type="presOf" srcId="{B5A47810-7D8C-4A2D-B070-E18FB0F475B7}" destId="{8F96251E-635B-471A-9D6F-2432E3DA342D}" srcOrd="0" destOrd="0" presId="urn:microsoft.com/office/officeart/2018/2/layout/IconVerticalSolidList"/>
    <dgm:cxn modelId="{0C34F374-E184-4839-A365-A5787154A423}" type="presOf" srcId="{B6147791-8D5A-45A3-A47B-2FAE73DEFC32}" destId="{98613AD1-F00A-40BC-AA75-2B430C219E51}" srcOrd="0" destOrd="0" presId="urn:microsoft.com/office/officeart/2018/2/layout/IconVerticalSolidList"/>
    <dgm:cxn modelId="{9DD77B8A-D172-41B0-98DB-BF0FA3B66D5E}" srcId="{953FA63F-9B56-42F6-8F78-0BC3B19EA358}" destId="{DE33777E-3DB0-474A-97DB-DB66F3834E83}" srcOrd="3" destOrd="0" parTransId="{A03125FD-B792-4C78-8C56-4889985BB453}" sibTransId="{9FEACBE5-BEC6-4B51-854B-19A801A60B3B}"/>
    <dgm:cxn modelId="{BBF87D8D-80DF-4252-82C6-74C1C14D6BC4}" srcId="{953FA63F-9B56-42F6-8F78-0BC3B19EA358}" destId="{F7329E8C-FBEB-4204-A181-E0F9D9F7D34E}" srcOrd="5" destOrd="0" parTransId="{3D85B7CF-6BD3-4689-A5C2-564AF09645AE}" sibTransId="{0977A6B3-86F7-4B4F-9A95-34414EED138D}"/>
    <dgm:cxn modelId="{4A7EF096-62F6-4D60-A632-45743719A921}" srcId="{953FA63F-9B56-42F6-8F78-0BC3B19EA358}" destId="{B6147791-8D5A-45A3-A47B-2FAE73DEFC32}" srcOrd="1" destOrd="0" parTransId="{DD0CB987-C8D8-4488-9142-58AE42511DA2}" sibTransId="{7830B25E-5085-4BD9-A521-A8994153A6C0}"/>
    <dgm:cxn modelId="{EC95DCA2-23FC-4A53-B54A-261706080AF5}" type="presOf" srcId="{953FA63F-9B56-42F6-8F78-0BC3B19EA358}" destId="{C307B26C-2BEE-4A83-9546-50097F871779}" srcOrd="0" destOrd="0" presId="urn:microsoft.com/office/officeart/2018/2/layout/IconVerticalSolidList"/>
    <dgm:cxn modelId="{10E357A8-E68B-4FC2-BEF2-D2774EE728F1}" type="presOf" srcId="{B5D1D80F-7485-4B8E-80B0-F3081B0DC428}" destId="{C9348699-10CE-4EFE-90CF-E2F33512F678}" srcOrd="0" destOrd="0" presId="urn:microsoft.com/office/officeart/2018/2/layout/IconVerticalSolidList"/>
    <dgm:cxn modelId="{C5F20BE5-EAAD-4AB2-A31D-F0F45B9551CC}" srcId="{953FA63F-9B56-42F6-8F78-0BC3B19EA358}" destId="{BAFBFDD1-1ECF-4281-A5FD-853A0F885F8B}" srcOrd="2" destOrd="0" parTransId="{00866B2F-25C7-4BBE-9DA5-C1BD0BB63282}" sibTransId="{4134B805-350F-4341-981F-331A10FC2299}"/>
    <dgm:cxn modelId="{91AE4AF0-3B72-476F-AFE9-D44E004C5329}" type="presOf" srcId="{BAFBFDD1-1ECF-4281-A5FD-853A0F885F8B}" destId="{EAE59767-1BCF-4407-96CB-5D7CE90B0B48}" srcOrd="0" destOrd="0" presId="urn:microsoft.com/office/officeart/2018/2/layout/IconVerticalSolidList"/>
    <dgm:cxn modelId="{DF791B24-12FB-4FBC-B506-58E163257B1D}" type="presParOf" srcId="{C307B26C-2BEE-4A83-9546-50097F871779}" destId="{7435A3BF-DE8C-476B-9075-9B6ADB01A117}" srcOrd="0" destOrd="0" presId="urn:microsoft.com/office/officeart/2018/2/layout/IconVerticalSolidList"/>
    <dgm:cxn modelId="{DBDDC283-444D-43FB-85A0-F6B6F9E68248}" type="presParOf" srcId="{7435A3BF-DE8C-476B-9075-9B6ADB01A117}" destId="{A63481C6-1E30-4A98-8DFF-A8B26AD4827A}" srcOrd="0" destOrd="0" presId="urn:microsoft.com/office/officeart/2018/2/layout/IconVerticalSolidList"/>
    <dgm:cxn modelId="{417B6BCD-34A4-4755-A646-A2EA2EA1FEE7}" type="presParOf" srcId="{7435A3BF-DE8C-476B-9075-9B6ADB01A117}" destId="{AF6B618C-7DA4-478F-9686-616162402007}" srcOrd="1" destOrd="0" presId="urn:microsoft.com/office/officeart/2018/2/layout/IconVerticalSolidList"/>
    <dgm:cxn modelId="{5C2FC319-9AAA-4639-BDB8-7EDC88344F3C}" type="presParOf" srcId="{7435A3BF-DE8C-476B-9075-9B6ADB01A117}" destId="{FA91C50B-41B1-4809-B78E-EC5B5C7FE4B1}" srcOrd="2" destOrd="0" presId="urn:microsoft.com/office/officeart/2018/2/layout/IconVerticalSolidList"/>
    <dgm:cxn modelId="{BE1D0B0E-2503-44B3-BA0D-DC508449FBF9}" type="presParOf" srcId="{7435A3BF-DE8C-476B-9075-9B6ADB01A117}" destId="{8F96251E-635B-471A-9D6F-2432E3DA342D}" srcOrd="3" destOrd="0" presId="urn:microsoft.com/office/officeart/2018/2/layout/IconVerticalSolidList"/>
    <dgm:cxn modelId="{52915D28-1E52-4D04-8613-E1818837A4DC}" type="presParOf" srcId="{C307B26C-2BEE-4A83-9546-50097F871779}" destId="{D55CA023-2C61-4A23-9DD3-02B981162593}" srcOrd="1" destOrd="0" presId="urn:microsoft.com/office/officeart/2018/2/layout/IconVerticalSolidList"/>
    <dgm:cxn modelId="{332A3ACE-341E-4603-A791-564C20ED9337}" type="presParOf" srcId="{C307B26C-2BEE-4A83-9546-50097F871779}" destId="{FC2E7D50-B285-4623-9154-2FF6DB2A72A6}" srcOrd="2" destOrd="0" presId="urn:microsoft.com/office/officeart/2018/2/layout/IconVerticalSolidList"/>
    <dgm:cxn modelId="{EEB7F259-0B7B-452C-B37E-236E07B15682}" type="presParOf" srcId="{FC2E7D50-B285-4623-9154-2FF6DB2A72A6}" destId="{8811DDD5-5C23-4391-A7D9-742B2BD6E6F0}" srcOrd="0" destOrd="0" presId="urn:microsoft.com/office/officeart/2018/2/layout/IconVerticalSolidList"/>
    <dgm:cxn modelId="{77BB4550-DA23-41AB-B400-FF837CF79A1A}" type="presParOf" srcId="{FC2E7D50-B285-4623-9154-2FF6DB2A72A6}" destId="{E4E888AC-F99C-449A-A6EB-50F635808D39}" srcOrd="1" destOrd="0" presId="urn:microsoft.com/office/officeart/2018/2/layout/IconVerticalSolidList"/>
    <dgm:cxn modelId="{CAE81D01-D048-4275-82C2-3CE61AD369ED}" type="presParOf" srcId="{FC2E7D50-B285-4623-9154-2FF6DB2A72A6}" destId="{9B181DEC-39AB-4E40-B550-606986CB9EB9}" srcOrd="2" destOrd="0" presId="urn:microsoft.com/office/officeart/2018/2/layout/IconVerticalSolidList"/>
    <dgm:cxn modelId="{54856082-799E-4545-9C33-56BDC8B66A28}" type="presParOf" srcId="{FC2E7D50-B285-4623-9154-2FF6DB2A72A6}" destId="{98613AD1-F00A-40BC-AA75-2B430C219E51}" srcOrd="3" destOrd="0" presId="urn:microsoft.com/office/officeart/2018/2/layout/IconVerticalSolidList"/>
    <dgm:cxn modelId="{80E728CC-6BDE-45A8-8F32-6EC702095E30}" type="presParOf" srcId="{C307B26C-2BEE-4A83-9546-50097F871779}" destId="{47ABE4FD-FB6C-4CAF-B38C-15E99BBA0E66}" srcOrd="3" destOrd="0" presId="urn:microsoft.com/office/officeart/2018/2/layout/IconVerticalSolidList"/>
    <dgm:cxn modelId="{1B6FC83D-7CC9-4C52-A6F5-A74F801EF617}" type="presParOf" srcId="{C307B26C-2BEE-4A83-9546-50097F871779}" destId="{1D747224-A137-4F97-A043-01996DB62CA8}" srcOrd="4" destOrd="0" presId="urn:microsoft.com/office/officeart/2018/2/layout/IconVerticalSolidList"/>
    <dgm:cxn modelId="{54255CC4-5E1F-4212-89C7-48F66693D219}" type="presParOf" srcId="{1D747224-A137-4F97-A043-01996DB62CA8}" destId="{0E722B44-8B66-4FF7-982F-3B6F6183F67D}" srcOrd="0" destOrd="0" presId="urn:microsoft.com/office/officeart/2018/2/layout/IconVerticalSolidList"/>
    <dgm:cxn modelId="{A4703655-929B-4EFC-8491-BDB841FA7CE8}" type="presParOf" srcId="{1D747224-A137-4F97-A043-01996DB62CA8}" destId="{02B86696-AFC0-4AFE-B4DE-BBCD58E8B851}" srcOrd="1" destOrd="0" presId="urn:microsoft.com/office/officeart/2018/2/layout/IconVerticalSolidList"/>
    <dgm:cxn modelId="{EF94C4D8-013C-48DA-B4A1-EB2F9B795F6F}" type="presParOf" srcId="{1D747224-A137-4F97-A043-01996DB62CA8}" destId="{FE0F11FE-4AA5-434C-BAE3-AD103A645D20}" srcOrd="2" destOrd="0" presId="urn:microsoft.com/office/officeart/2018/2/layout/IconVerticalSolidList"/>
    <dgm:cxn modelId="{F07E760A-07B7-48BE-8F38-D32AE6EFB869}" type="presParOf" srcId="{1D747224-A137-4F97-A043-01996DB62CA8}" destId="{EAE59767-1BCF-4407-96CB-5D7CE90B0B48}" srcOrd="3" destOrd="0" presId="urn:microsoft.com/office/officeart/2018/2/layout/IconVerticalSolidList"/>
    <dgm:cxn modelId="{0926EAD3-ADDB-4B7F-8A62-7BBAA61512C5}" type="presParOf" srcId="{C307B26C-2BEE-4A83-9546-50097F871779}" destId="{46CBFF41-0303-4D07-BC46-5F21E29EF58D}" srcOrd="5" destOrd="0" presId="urn:microsoft.com/office/officeart/2018/2/layout/IconVerticalSolidList"/>
    <dgm:cxn modelId="{D6808DD8-A03F-4FB3-A3C6-561FC87DCD56}" type="presParOf" srcId="{C307B26C-2BEE-4A83-9546-50097F871779}" destId="{DD9ED30B-1723-4C07-BD9B-730E552DE1A0}" srcOrd="6" destOrd="0" presId="urn:microsoft.com/office/officeart/2018/2/layout/IconVerticalSolidList"/>
    <dgm:cxn modelId="{6F6C0A5D-048F-4193-BD68-8A4D8E47C4BE}" type="presParOf" srcId="{DD9ED30B-1723-4C07-BD9B-730E552DE1A0}" destId="{3C28D6C7-0577-48A5-A446-6D8AA38635B5}" srcOrd="0" destOrd="0" presId="urn:microsoft.com/office/officeart/2018/2/layout/IconVerticalSolidList"/>
    <dgm:cxn modelId="{208093FC-A49C-4E8C-807D-178625DD84C7}" type="presParOf" srcId="{DD9ED30B-1723-4C07-BD9B-730E552DE1A0}" destId="{E6DF6C4E-E9A2-413A-B86B-A5E955B62D1D}" srcOrd="1" destOrd="0" presId="urn:microsoft.com/office/officeart/2018/2/layout/IconVerticalSolidList"/>
    <dgm:cxn modelId="{05C0D6C1-9EF8-434A-AEF3-5B427CE010D5}" type="presParOf" srcId="{DD9ED30B-1723-4C07-BD9B-730E552DE1A0}" destId="{D6BAFBCF-F712-4D31-81DB-568E05F25BE8}" srcOrd="2" destOrd="0" presId="urn:microsoft.com/office/officeart/2018/2/layout/IconVerticalSolidList"/>
    <dgm:cxn modelId="{3D76C119-13B9-48E3-9B71-5B353B3C03DC}" type="presParOf" srcId="{DD9ED30B-1723-4C07-BD9B-730E552DE1A0}" destId="{61684060-2FCB-4AEA-B2FD-A3EE423B5128}" srcOrd="3" destOrd="0" presId="urn:microsoft.com/office/officeart/2018/2/layout/IconVerticalSolidList"/>
    <dgm:cxn modelId="{1339CF04-78FE-4770-95A4-CC8B686330B9}" type="presParOf" srcId="{C307B26C-2BEE-4A83-9546-50097F871779}" destId="{6BF38B42-D824-4BF8-93B7-2C7D35B8EFCC}" srcOrd="7" destOrd="0" presId="urn:microsoft.com/office/officeart/2018/2/layout/IconVerticalSolidList"/>
    <dgm:cxn modelId="{2BB70A32-C029-49A4-8AEF-D5936F221BED}" type="presParOf" srcId="{C307B26C-2BEE-4A83-9546-50097F871779}" destId="{36FBE6BD-75B8-4815-8055-3B58425A616E}" srcOrd="8" destOrd="0" presId="urn:microsoft.com/office/officeart/2018/2/layout/IconVerticalSolidList"/>
    <dgm:cxn modelId="{F939EF7B-EB7F-4C46-8C10-476E487D2A77}" type="presParOf" srcId="{36FBE6BD-75B8-4815-8055-3B58425A616E}" destId="{95A42184-6A41-4FBE-86AC-FA71AF372B69}" srcOrd="0" destOrd="0" presId="urn:microsoft.com/office/officeart/2018/2/layout/IconVerticalSolidList"/>
    <dgm:cxn modelId="{62F1FCDD-74AA-4774-B9C6-DBF314019AEC}" type="presParOf" srcId="{36FBE6BD-75B8-4815-8055-3B58425A616E}" destId="{C7E9AC3D-5825-4DB5-9644-E3EF16316D09}" srcOrd="1" destOrd="0" presId="urn:microsoft.com/office/officeart/2018/2/layout/IconVerticalSolidList"/>
    <dgm:cxn modelId="{75189662-C773-4644-87EC-DA2527F716BD}" type="presParOf" srcId="{36FBE6BD-75B8-4815-8055-3B58425A616E}" destId="{35F7BFF6-CD42-4301-AAAB-8B1CC729487B}" srcOrd="2" destOrd="0" presId="urn:microsoft.com/office/officeart/2018/2/layout/IconVerticalSolidList"/>
    <dgm:cxn modelId="{73FA9A81-B85C-478E-9A00-E134CB61F8BD}" type="presParOf" srcId="{36FBE6BD-75B8-4815-8055-3B58425A616E}" destId="{C9348699-10CE-4EFE-90CF-E2F33512F678}" srcOrd="3" destOrd="0" presId="urn:microsoft.com/office/officeart/2018/2/layout/IconVerticalSolidList"/>
    <dgm:cxn modelId="{CD1327C6-5996-4917-9FD3-219B2818A808}" type="presParOf" srcId="{C307B26C-2BEE-4A83-9546-50097F871779}" destId="{B955D9E6-091F-41B8-ACBC-B4B1020A3035}" srcOrd="9" destOrd="0" presId="urn:microsoft.com/office/officeart/2018/2/layout/IconVerticalSolidList"/>
    <dgm:cxn modelId="{594D7976-A6A8-47C4-8DB1-04AD83EA2037}" type="presParOf" srcId="{C307B26C-2BEE-4A83-9546-50097F871779}" destId="{58ADE193-4B08-4028-B53A-C360E526CF97}" srcOrd="10" destOrd="0" presId="urn:microsoft.com/office/officeart/2018/2/layout/IconVerticalSolidList"/>
    <dgm:cxn modelId="{31852914-9E3C-48AD-8A56-4FD4F188405F}" type="presParOf" srcId="{58ADE193-4B08-4028-B53A-C360E526CF97}" destId="{29195A38-99BE-4DD5-AC1A-1545561831B1}" srcOrd="0" destOrd="0" presId="urn:microsoft.com/office/officeart/2018/2/layout/IconVerticalSolidList"/>
    <dgm:cxn modelId="{00EE3AE6-584C-40B2-9893-E07A42586501}" type="presParOf" srcId="{58ADE193-4B08-4028-B53A-C360E526CF97}" destId="{F4928FAA-E5E6-4112-BBC9-751702B99B8D}" srcOrd="1" destOrd="0" presId="urn:microsoft.com/office/officeart/2018/2/layout/IconVerticalSolidList"/>
    <dgm:cxn modelId="{F59EEC4A-EA60-43F8-9A52-1D6F25C5B2A4}" type="presParOf" srcId="{58ADE193-4B08-4028-B53A-C360E526CF97}" destId="{A303E63E-E9F0-49FB-9777-17E3A38EC87C}" srcOrd="2" destOrd="0" presId="urn:microsoft.com/office/officeart/2018/2/layout/IconVerticalSolidList"/>
    <dgm:cxn modelId="{20204C61-1BBB-4805-B45C-6D1BA0102C9E}" type="presParOf" srcId="{58ADE193-4B08-4028-B53A-C360E526CF97}" destId="{1672D34C-C19D-47AC-B5C6-E6798F59D8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CB5006F-E230-4029-8012-706D2B85E8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F340B76-86EF-4806-B1AE-6BC97B758D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Total cost ≈ ₹5000</a:t>
          </a:r>
        </a:p>
      </dgm:t>
    </dgm:pt>
    <dgm:pt modelId="{87897B39-AA2D-41DC-BC65-3268D003E61C}" type="parTrans" cxnId="{A0EED220-3BEC-4169-81CA-57B9C27B28A0}">
      <dgm:prSet/>
      <dgm:spPr/>
      <dgm:t>
        <a:bodyPr/>
        <a:lstStyle/>
        <a:p>
          <a:endParaRPr lang="en-US"/>
        </a:p>
      </dgm:t>
    </dgm:pt>
    <dgm:pt modelId="{F02B8F95-9C08-4FC1-8931-FD6207028BA8}" type="sibTrans" cxnId="{A0EED220-3BEC-4169-81CA-57B9C27B28A0}">
      <dgm:prSet/>
      <dgm:spPr/>
      <dgm:t>
        <a:bodyPr/>
        <a:lstStyle/>
        <a:p>
          <a:endParaRPr lang="en-US"/>
        </a:p>
      </dgm:t>
    </dgm:pt>
    <dgm:pt modelId="{6347EC62-EA97-483C-8CD9-075C6ABC0C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Low-cost &amp; scalable</a:t>
          </a:r>
        </a:p>
      </dgm:t>
    </dgm:pt>
    <dgm:pt modelId="{B35B6BA9-97B0-4959-A359-7E0CA3F8AA07}" type="parTrans" cxnId="{8400BB3F-0287-4244-BB80-29F34C3C1542}">
      <dgm:prSet/>
      <dgm:spPr/>
      <dgm:t>
        <a:bodyPr/>
        <a:lstStyle/>
        <a:p>
          <a:endParaRPr lang="en-US"/>
        </a:p>
      </dgm:t>
    </dgm:pt>
    <dgm:pt modelId="{834FB395-1053-4F6F-9813-AB283637626B}" type="sibTrans" cxnId="{8400BB3F-0287-4244-BB80-29F34C3C1542}">
      <dgm:prSet/>
      <dgm:spPr/>
      <dgm:t>
        <a:bodyPr/>
        <a:lstStyle/>
        <a:p>
          <a:endParaRPr lang="en-US"/>
        </a:p>
      </dgm:t>
    </dgm:pt>
    <dgm:pt modelId="{03151A91-7C65-430E-8049-B49D8FD4A1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Future-ready technology</a:t>
          </a:r>
        </a:p>
      </dgm:t>
    </dgm:pt>
    <dgm:pt modelId="{FADFD3CC-F47B-4910-A0E0-18A46BD892B6}" type="parTrans" cxnId="{1EBC16AD-CB1D-4738-8A7B-B0A48B31C38C}">
      <dgm:prSet/>
      <dgm:spPr/>
      <dgm:t>
        <a:bodyPr/>
        <a:lstStyle/>
        <a:p>
          <a:endParaRPr lang="en-US"/>
        </a:p>
      </dgm:t>
    </dgm:pt>
    <dgm:pt modelId="{337A5899-B28B-4031-AFCF-8196AE388A89}" type="sibTrans" cxnId="{1EBC16AD-CB1D-4738-8A7B-B0A48B31C38C}">
      <dgm:prSet/>
      <dgm:spPr/>
      <dgm:t>
        <a:bodyPr/>
        <a:lstStyle/>
        <a:p>
          <a:endParaRPr lang="en-US"/>
        </a:p>
      </dgm:t>
    </dgm:pt>
    <dgm:pt modelId="{87118226-6FFC-445B-9BC7-9113650FCB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Scope for ISRO / academic use</a:t>
          </a:r>
        </a:p>
      </dgm:t>
    </dgm:pt>
    <dgm:pt modelId="{FB793AE8-1E9D-46EF-B1FA-4BEEAC47F253}" type="parTrans" cxnId="{B6063EA2-BCF8-43E3-A2DE-BB41876344A0}">
      <dgm:prSet/>
      <dgm:spPr/>
      <dgm:t>
        <a:bodyPr/>
        <a:lstStyle/>
        <a:p>
          <a:endParaRPr lang="en-US"/>
        </a:p>
      </dgm:t>
    </dgm:pt>
    <dgm:pt modelId="{9AED08EB-4097-4768-9BD5-6BAEA1D8C7E1}" type="sibTrans" cxnId="{B6063EA2-BCF8-43E3-A2DE-BB41876344A0}">
      <dgm:prSet/>
      <dgm:spPr/>
      <dgm:t>
        <a:bodyPr/>
        <a:lstStyle/>
        <a:p>
          <a:endParaRPr lang="en-US"/>
        </a:p>
      </dgm:t>
    </dgm:pt>
    <dgm:pt modelId="{875AC10D-6231-4438-B1C1-A4F3B23D41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project demonstrates that satellite communication is possible on a limited budget</a:t>
          </a:r>
          <a:r>
            <a:rPr lang="en-US" dirty="0">
              <a:latin typeface="Calibri Light" panose="020F0302020204030204"/>
            </a:rPr>
            <a:t>.</a:t>
          </a:r>
          <a:endParaRPr lang="en-US" dirty="0"/>
        </a:p>
      </dgm:t>
    </dgm:pt>
    <dgm:pt modelId="{38B612BA-0AA7-415B-A3A1-41D84A0C0EA8}" type="parTrans" cxnId="{5FD06496-FCCA-45B1-B392-FBC801E3EA06}">
      <dgm:prSet/>
      <dgm:spPr/>
      <dgm:t>
        <a:bodyPr/>
        <a:lstStyle/>
        <a:p>
          <a:endParaRPr lang="en-US"/>
        </a:p>
      </dgm:t>
    </dgm:pt>
    <dgm:pt modelId="{603FD33D-1052-4A57-8F4F-2174DF0B0BD8}" type="sibTrans" cxnId="{5FD06496-FCCA-45B1-B392-FBC801E3EA06}">
      <dgm:prSet/>
      <dgm:spPr/>
      <dgm:t>
        <a:bodyPr/>
        <a:lstStyle/>
        <a:p>
          <a:endParaRPr lang="en-US"/>
        </a:p>
      </dgm:t>
    </dgm:pt>
    <dgm:pt modelId="{FC5C9F4A-4C38-458B-AAA2-75C1D5B95646}" type="pres">
      <dgm:prSet presAssocID="{3CB5006F-E230-4029-8012-706D2B85E88D}" presName="root" presStyleCnt="0">
        <dgm:presLayoutVars>
          <dgm:dir/>
          <dgm:resizeHandles val="exact"/>
        </dgm:presLayoutVars>
      </dgm:prSet>
      <dgm:spPr/>
    </dgm:pt>
    <dgm:pt modelId="{DD9427D7-7D00-4152-8A79-9A5BA2E8F8CF}" type="pres">
      <dgm:prSet presAssocID="{2F340B76-86EF-4806-B1AE-6BC97B758D70}" presName="compNode" presStyleCnt="0"/>
      <dgm:spPr/>
    </dgm:pt>
    <dgm:pt modelId="{34190D3C-13E9-4ED0-B15F-94E1ACE9B926}" type="pres">
      <dgm:prSet presAssocID="{2F340B76-86EF-4806-B1AE-6BC97B758D70}" presName="bgRect" presStyleLbl="bgShp" presStyleIdx="0" presStyleCnt="5"/>
      <dgm:spPr/>
    </dgm:pt>
    <dgm:pt modelId="{8AE4549A-58B6-4DC1-B823-A78B862EB9F9}" type="pres">
      <dgm:prSet presAssocID="{2F340B76-86EF-4806-B1AE-6BC97B758D7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36BAF17-262D-4FAC-B4E0-BCB58DA65E9D}" type="pres">
      <dgm:prSet presAssocID="{2F340B76-86EF-4806-B1AE-6BC97B758D70}" presName="spaceRect" presStyleCnt="0"/>
      <dgm:spPr/>
    </dgm:pt>
    <dgm:pt modelId="{09F19827-156A-492C-BE94-CF64526BFC13}" type="pres">
      <dgm:prSet presAssocID="{2F340B76-86EF-4806-B1AE-6BC97B758D70}" presName="parTx" presStyleLbl="revTx" presStyleIdx="0" presStyleCnt="5">
        <dgm:presLayoutVars>
          <dgm:chMax val="0"/>
          <dgm:chPref val="0"/>
        </dgm:presLayoutVars>
      </dgm:prSet>
      <dgm:spPr/>
    </dgm:pt>
    <dgm:pt modelId="{02F6DF1C-EAFF-4AD6-A08B-F1A272667B19}" type="pres">
      <dgm:prSet presAssocID="{F02B8F95-9C08-4FC1-8931-FD6207028BA8}" presName="sibTrans" presStyleCnt="0"/>
      <dgm:spPr/>
    </dgm:pt>
    <dgm:pt modelId="{BB536CA0-2A24-4C3C-AAEA-04BBB3E73267}" type="pres">
      <dgm:prSet presAssocID="{6347EC62-EA97-483C-8CD9-075C6ABC0C30}" presName="compNode" presStyleCnt="0"/>
      <dgm:spPr/>
    </dgm:pt>
    <dgm:pt modelId="{6C5CFF08-7855-4BD6-8BC3-32DD327110B1}" type="pres">
      <dgm:prSet presAssocID="{6347EC62-EA97-483C-8CD9-075C6ABC0C30}" presName="bgRect" presStyleLbl="bgShp" presStyleIdx="1" presStyleCnt="5"/>
      <dgm:spPr/>
    </dgm:pt>
    <dgm:pt modelId="{999C5CD0-9D8E-418D-92D8-457C2CA4BD06}" type="pres">
      <dgm:prSet presAssocID="{6347EC62-EA97-483C-8CD9-075C6ABC0C3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1E30B450-BCCC-45A0-ABFF-388675BB10D2}" type="pres">
      <dgm:prSet presAssocID="{6347EC62-EA97-483C-8CD9-075C6ABC0C30}" presName="spaceRect" presStyleCnt="0"/>
      <dgm:spPr/>
    </dgm:pt>
    <dgm:pt modelId="{FBBEE2F8-E05C-45AB-BD26-6766B199DB3F}" type="pres">
      <dgm:prSet presAssocID="{6347EC62-EA97-483C-8CD9-075C6ABC0C30}" presName="parTx" presStyleLbl="revTx" presStyleIdx="1" presStyleCnt="5">
        <dgm:presLayoutVars>
          <dgm:chMax val="0"/>
          <dgm:chPref val="0"/>
        </dgm:presLayoutVars>
      </dgm:prSet>
      <dgm:spPr/>
    </dgm:pt>
    <dgm:pt modelId="{E70D3951-8455-4824-BBD7-936FD705ACD5}" type="pres">
      <dgm:prSet presAssocID="{834FB395-1053-4F6F-9813-AB283637626B}" presName="sibTrans" presStyleCnt="0"/>
      <dgm:spPr/>
    </dgm:pt>
    <dgm:pt modelId="{4078DBA0-4BA4-4F68-BF4E-12DDB60F83DA}" type="pres">
      <dgm:prSet presAssocID="{03151A91-7C65-430E-8049-B49D8FD4A177}" presName="compNode" presStyleCnt="0"/>
      <dgm:spPr/>
    </dgm:pt>
    <dgm:pt modelId="{0731114D-C60F-4713-9010-03E5B7C62CEC}" type="pres">
      <dgm:prSet presAssocID="{03151A91-7C65-430E-8049-B49D8FD4A177}" presName="bgRect" presStyleLbl="bgShp" presStyleIdx="2" presStyleCnt="5"/>
      <dgm:spPr/>
    </dgm:pt>
    <dgm:pt modelId="{B78BA4F9-6984-4CC3-B3C3-1A154580EAB5}" type="pres">
      <dgm:prSet presAssocID="{03151A91-7C65-430E-8049-B49D8FD4A17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67F1174D-9DE8-4181-8B0B-75CE0671B57A}" type="pres">
      <dgm:prSet presAssocID="{03151A91-7C65-430E-8049-B49D8FD4A177}" presName="spaceRect" presStyleCnt="0"/>
      <dgm:spPr/>
    </dgm:pt>
    <dgm:pt modelId="{415BB144-F875-4982-84B4-FAC9ADAE0982}" type="pres">
      <dgm:prSet presAssocID="{03151A91-7C65-430E-8049-B49D8FD4A177}" presName="parTx" presStyleLbl="revTx" presStyleIdx="2" presStyleCnt="5">
        <dgm:presLayoutVars>
          <dgm:chMax val="0"/>
          <dgm:chPref val="0"/>
        </dgm:presLayoutVars>
      </dgm:prSet>
      <dgm:spPr/>
    </dgm:pt>
    <dgm:pt modelId="{0DDD8C30-F3B0-4D75-9C81-FD80949A8C87}" type="pres">
      <dgm:prSet presAssocID="{337A5899-B28B-4031-AFCF-8196AE388A89}" presName="sibTrans" presStyleCnt="0"/>
      <dgm:spPr/>
    </dgm:pt>
    <dgm:pt modelId="{65A66AAF-DDCF-4621-B4EB-3C0C1167663E}" type="pres">
      <dgm:prSet presAssocID="{87118226-6FFC-445B-9BC7-9113650FCB68}" presName="compNode" presStyleCnt="0"/>
      <dgm:spPr/>
    </dgm:pt>
    <dgm:pt modelId="{165015D7-F7EA-4170-8E21-43389B4C6989}" type="pres">
      <dgm:prSet presAssocID="{87118226-6FFC-445B-9BC7-9113650FCB68}" presName="bgRect" presStyleLbl="bgShp" presStyleIdx="3" presStyleCnt="5"/>
      <dgm:spPr/>
    </dgm:pt>
    <dgm:pt modelId="{14C9B3F0-142B-4145-9ECA-316856441DB8}" type="pres">
      <dgm:prSet presAssocID="{87118226-6FFC-445B-9BC7-9113650FCB6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DEFA7CC8-062F-445B-982E-309DF6544613}" type="pres">
      <dgm:prSet presAssocID="{87118226-6FFC-445B-9BC7-9113650FCB68}" presName="spaceRect" presStyleCnt="0"/>
      <dgm:spPr/>
    </dgm:pt>
    <dgm:pt modelId="{CC5ACF74-38FB-4224-9859-A5823531648F}" type="pres">
      <dgm:prSet presAssocID="{87118226-6FFC-445B-9BC7-9113650FCB68}" presName="parTx" presStyleLbl="revTx" presStyleIdx="3" presStyleCnt="5">
        <dgm:presLayoutVars>
          <dgm:chMax val="0"/>
          <dgm:chPref val="0"/>
        </dgm:presLayoutVars>
      </dgm:prSet>
      <dgm:spPr/>
    </dgm:pt>
    <dgm:pt modelId="{43B57ED2-1DAA-4D0D-B312-D77BDF21D002}" type="pres">
      <dgm:prSet presAssocID="{9AED08EB-4097-4768-9BD5-6BAEA1D8C7E1}" presName="sibTrans" presStyleCnt="0"/>
      <dgm:spPr/>
    </dgm:pt>
    <dgm:pt modelId="{FB2596B2-F60D-4817-99B0-8AB8C27343B9}" type="pres">
      <dgm:prSet presAssocID="{875AC10D-6231-4438-B1C1-A4F3B23D41B2}" presName="compNode" presStyleCnt="0"/>
      <dgm:spPr/>
    </dgm:pt>
    <dgm:pt modelId="{3078BF9E-5708-4332-8F00-636EEE221D44}" type="pres">
      <dgm:prSet presAssocID="{875AC10D-6231-4438-B1C1-A4F3B23D41B2}" presName="bgRect" presStyleLbl="bgShp" presStyleIdx="4" presStyleCnt="5"/>
      <dgm:spPr/>
    </dgm:pt>
    <dgm:pt modelId="{E68973EF-6638-4076-9403-26651319487F}" type="pres">
      <dgm:prSet presAssocID="{875AC10D-6231-4438-B1C1-A4F3B23D41B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B9875B8E-58C1-40D4-9489-6F2E5FF65EE8}" type="pres">
      <dgm:prSet presAssocID="{875AC10D-6231-4438-B1C1-A4F3B23D41B2}" presName="spaceRect" presStyleCnt="0"/>
      <dgm:spPr/>
    </dgm:pt>
    <dgm:pt modelId="{27800AC7-94CC-42E6-900E-90538A2C481E}" type="pres">
      <dgm:prSet presAssocID="{875AC10D-6231-4438-B1C1-A4F3B23D41B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0EED220-3BEC-4169-81CA-57B9C27B28A0}" srcId="{3CB5006F-E230-4029-8012-706D2B85E88D}" destId="{2F340B76-86EF-4806-B1AE-6BC97B758D70}" srcOrd="0" destOrd="0" parTransId="{87897B39-AA2D-41DC-BC65-3268D003E61C}" sibTransId="{F02B8F95-9C08-4FC1-8931-FD6207028BA8}"/>
    <dgm:cxn modelId="{8400BB3F-0287-4244-BB80-29F34C3C1542}" srcId="{3CB5006F-E230-4029-8012-706D2B85E88D}" destId="{6347EC62-EA97-483C-8CD9-075C6ABC0C30}" srcOrd="1" destOrd="0" parTransId="{B35B6BA9-97B0-4959-A359-7E0CA3F8AA07}" sibTransId="{834FB395-1053-4F6F-9813-AB283637626B}"/>
    <dgm:cxn modelId="{A77A4240-9EE5-4855-B57A-9DCACCDE411D}" type="presOf" srcId="{3CB5006F-E230-4029-8012-706D2B85E88D}" destId="{FC5C9F4A-4C38-458B-AAA2-75C1D5B95646}" srcOrd="0" destOrd="0" presId="urn:microsoft.com/office/officeart/2018/2/layout/IconVerticalSolidList"/>
    <dgm:cxn modelId="{54A46C65-855C-4C15-8047-CE1AC43C25A0}" type="presOf" srcId="{875AC10D-6231-4438-B1C1-A4F3B23D41B2}" destId="{27800AC7-94CC-42E6-900E-90538A2C481E}" srcOrd="0" destOrd="0" presId="urn:microsoft.com/office/officeart/2018/2/layout/IconVerticalSolidList"/>
    <dgm:cxn modelId="{B7AA9D65-110B-4BFD-B887-2B55E639608C}" type="presOf" srcId="{2F340B76-86EF-4806-B1AE-6BC97B758D70}" destId="{09F19827-156A-492C-BE94-CF64526BFC13}" srcOrd="0" destOrd="0" presId="urn:microsoft.com/office/officeart/2018/2/layout/IconVerticalSolidList"/>
    <dgm:cxn modelId="{7F6FDB78-1A88-4B31-BDB9-6CB24DECE44D}" type="presOf" srcId="{6347EC62-EA97-483C-8CD9-075C6ABC0C30}" destId="{FBBEE2F8-E05C-45AB-BD26-6766B199DB3F}" srcOrd="0" destOrd="0" presId="urn:microsoft.com/office/officeart/2018/2/layout/IconVerticalSolidList"/>
    <dgm:cxn modelId="{71371182-23CF-45CA-BF35-5DDA60049DDB}" type="presOf" srcId="{03151A91-7C65-430E-8049-B49D8FD4A177}" destId="{415BB144-F875-4982-84B4-FAC9ADAE0982}" srcOrd="0" destOrd="0" presId="urn:microsoft.com/office/officeart/2018/2/layout/IconVerticalSolidList"/>
    <dgm:cxn modelId="{5FD06496-FCCA-45B1-B392-FBC801E3EA06}" srcId="{3CB5006F-E230-4029-8012-706D2B85E88D}" destId="{875AC10D-6231-4438-B1C1-A4F3B23D41B2}" srcOrd="4" destOrd="0" parTransId="{38B612BA-0AA7-415B-A3A1-41D84A0C0EA8}" sibTransId="{603FD33D-1052-4A57-8F4F-2174DF0B0BD8}"/>
    <dgm:cxn modelId="{B6063EA2-BCF8-43E3-A2DE-BB41876344A0}" srcId="{3CB5006F-E230-4029-8012-706D2B85E88D}" destId="{87118226-6FFC-445B-9BC7-9113650FCB68}" srcOrd="3" destOrd="0" parTransId="{FB793AE8-1E9D-46EF-B1FA-4BEEAC47F253}" sibTransId="{9AED08EB-4097-4768-9BD5-6BAEA1D8C7E1}"/>
    <dgm:cxn modelId="{1EBC16AD-CB1D-4738-8A7B-B0A48B31C38C}" srcId="{3CB5006F-E230-4029-8012-706D2B85E88D}" destId="{03151A91-7C65-430E-8049-B49D8FD4A177}" srcOrd="2" destOrd="0" parTransId="{FADFD3CC-F47B-4910-A0E0-18A46BD892B6}" sibTransId="{337A5899-B28B-4031-AFCF-8196AE388A89}"/>
    <dgm:cxn modelId="{ABFF40F3-1D92-4ABD-AC2B-E71CC6B34F4E}" type="presOf" srcId="{87118226-6FFC-445B-9BC7-9113650FCB68}" destId="{CC5ACF74-38FB-4224-9859-A5823531648F}" srcOrd="0" destOrd="0" presId="urn:microsoft.com/office/officeart/2018/2/layout/IconVerticalSolidList"/>
    <dgm:cxn modelId="{A94B0126-4FE2-4BC1-87EC-E005FF16B2B7}" type="presParOf" srcId="{FC5C9F4A-4C38-458B-AAA2-75C1D5B95646}" destId="{DD9427D7-7D00-4152-8A79-9A5BA2E8F8CF}" srcOrd="0" destOrd="0" presId="urn:microsoft.com/office/officeart/2018/2/layout/IconVerticalSolidList"/>
    <dgm:cxn modelId="{36C80D68-C83E-4416-81F1-99F9F9D34F09}" type="presParOf" srcId="{DD9427D7-7D00-4152-8A79-9A5BA2E8F8CF}" destId="{34190D3C-13E9-4ED0-B15F-94E1ACE9B926}" srcOrd="0" destOrd="0" presId="urn:microsoft.com/office/officeart/2018/2/layout/IconVerticalSolidList"/>
    <dgm:cxn modelId="{9F0B8D1E-F6AD-4853-840F-1BBEA2589CC2}" type="presParOf" srcId="{DD9427D7-7D00-4152-8A79-9A5BA2E8F8CF}" destId="{8AE4549A-58B6-4DC1-B823-A78B862EB9F9}" srcOrd="1" destOrd="0" presId="urn:microsoft.com/office/officeart/2018/2/layout/IconVerticalSolidList"/>
    <dgm:cxn modelId="{9F2B28BB-95F8-4ABD-A2E7-2D39F1056923}" type="presParOf" srcId="{DD9427D7-7D00-4152-8A79-9A5BA2E8F8CF}" destId="{836BAF17-262D-4FAC-B4E0-BCB58DA65E9D}" srcOrd="2" destOrd="0" presId="urn:microsoft.com/office/officeart/2018/2/layout/IconVerticalSolidList"/>
    <dgm:cxn modelId="{A87F3E50-3329-419B-9781-AE7ADE450E0F}" type="presParOf" srcId="{DD9427D7-7D00-4152-8A79-9A5BA2E8F8CF}" destId="{09F19827-156A-492C-BE94-CF64526BFC13}" srcOrd="3" destOrd="0" presId="urn:microsoft.com/office/officeart/2018/2/layout/IconVerticalSolidList"/>
    <dgm:cxn modelId="{302F6E1D-256D-4A35-9D42-88DA51997D85}" type="presParOf" srcId="{FC5C9F4A-4C38-458B-AAA2-75C1D5B95646}" destId="{02F6DF1C-EAFF-4AD6-A08B-F1A272667B19}" srcOrd="1" destOrd="0" presId="urn:microsoft.com/office/officeart/2018/2/layout/IconVerticalSolidList"/>
    <dgm:cxn modelId="{CD4549FC-5C90-4162-99EA-7E5CAB2D165F}" type="presParOf" srcId="{FC5C9F4A-4C38-458B-AAA2-75C1D5B95646}" destId="{BB536CA0-2A24-4C3C-AAEA-04BBB3E73267}" srcOrd="2" destOrd="0" presId="urn:microsoft.com/office/officeart/2018/2/layout/IconVerticalSolidList"/>
    <dgm:cxn modelId="{3F490672-D361-4178-A87D-6BF757B9481A}" type="presParOf" srcId="{BB536CA0-2A24-4C3C-AAEA-04BBB3E73267}" destId="{6C5CFF08-7855-4BD6-8BC3-32DD327110B1}" srcOrd="0" destOrd="0" presId="urn:microsoft.com/office/officeart/2018/2/layout/IconVerticalSolidList"/>
    <dgm:cxn modelId="{BC359C52-E635-4DE9-BEF3-624AAC08AA88}" type="presParOf" srcId="{BB536CA0-2A24-4C3C-AAEA-04BBB3E73267}" destId="{999C5CD0-9D8E-418D-92D8-457C2CA4BD06}" srcOrd="1" destOrd="0" presId="urn:microsoft.com/office/officeart/2018/2/layout/IconVerticalSolidList"/>
    <dgm:cxn modelId="{8497E7E1-3895-4EF3-B625-3FF9CF304598}" type="presParOf" srcId="{BB536CA0-2A24-4C3C-AAEA-04BBB3E73267}" destId="{1E30B450-BCCC-45A0-ABFF-388675BB10D2}" srcOrd="2" destOrd="0" presId="urn:microsoft.com/office/officeart/2018/2/layout/IconVerticalSolidList"/>
    <dgm:cxn modelId="{E5A5E98B-8C2B-48BC-8641-F3E5DFBFF50B}" type="presParOf" srcId="{BB536CA0-2A24-4C3C-AAEA-04BBB3E73267}" destId="{FBBEE2F8-E05C-45AB-BD26-6766B199DB3F}" srcOrd="3" destOrd="0" presId="urn:microsoft.com/office/officeart/2018/2/layout/IconVerticalSolidList"/>
    <dgm:cxn modelId="{5AC1B3AE-A49C-46E4-A153-E3790AB1AD63}" type="presParOf" srcId="{FC5C9F4A-4C38-458B-AAA2-75C1D5B95646}" destId="{E70D3951-8455-4824-BBD7-936FD705ACD5}" srcOrd="3" destOrd="0" presId="urn:microsoft.com/office/officeart/2018/2/layout/IconVerticalSolidList"/>
    <dgm:cxn modelId="{F49FD1FC-9DBE-474F-B12E-F84857D9BF7A}" type="presParOf" srcId="{FC5C9F4A-4C38-458B-AAA2-75C1D5B95646}" destId="{4078DBA0-4BA4-4F68-BF4E-12DDB60F83DA}" srcOrd="4" destOrd="0" presId="urn:microsoft.com/office/officeart/2018/2/layout/IconVerticalSolidList"/>
    <dgm:cxn modelId="{8E44AF44-2910-4F8A-9808-2A88FABDC295}" type="presParOf" srcId="{4078DBA0-4BA4-4F68-BF4E-12DDB60F83DA}" destId="{0731114D-C60F-4713-9010-03E5B7C62CEC}" srcOrd="0" destOrd="0" presId="urn:microsoft.com/office/officeart/2018/2/layout/IconVerticalSolidList"/>
    <dgm:cxn modelId="{31F72D2D-ED97-45C1-A99B-DD4F13B44F4F}" type="presParOf" srcId="{4078DBA0-4BA4-4F68-BF4E-12DDB60F83DA}" destId="{B78BA4F9-6984-4CC3-B3C3-1A154580EAB5}" srcOrd="1" destOrd="0" presId="urn:microsoft.com/office/officeart/2018/2/layout/IconVerticalSolidList"/>
    <dgm:cxn modelId="{C59FA460-1D82-4DA7-8404-346100A61CDE}" type="presParOf" srcId="{4078DBA0-4BA4-4F68-BF4E-12DDB60F83DA}" destId="{67F1174D-9DE8-4181-8B0B-75CE0671B57A}" srcOrd="2" destOrd="0" presId="urn:microsoft.com/office/officeart/2018/2/layout/IconVerticalSolidList"/>
    <dgm:cxn modelId="{ACCDABAF-397D-42D8-BE5C-2199B4AEA972}" type="presParOf" srcId="{4078DBA0-4BA4-4F68-BF4E-12DDB60F83DA}" destId="{415BB144-F875-4982-84B4-FAC9ADAE0982}" srcOrd="3" destOrd="0" presId="urn:microsoft.com/office/officeart/2018/2/layout/IconVerticalSolidList"/>
    <dgm:cxn modelId="{6D1F7D00-BBA6-49C3-84DB-D981C167E85B}" type="presParOf" srcId="{FC5C9F4A-4C38-458B-AAA2-75C1D5B95646}" destId="{0DDD8C30-F3B0-4D75-9C81-FD80949A8C87}" srcOrd="5" destOrd="0" presId="urn:microsoft.com/office/officeart/2018/2/layout/IconVerticalSolidList"/>
    <dgm:cxn modelId="{2E3A0917-1936-4B8B-BD13-E2D1AC4A9124}" type="presParOf" srcId="{FC5C9F4A-4C38-458B-AAA2-75C1D5B95646}" destId="{65A66AAF-DDCF-4621-B4EB-3C0C1167663E}" srcOrd="6" destOrd="0" presId="urn:microsoft.com/office/officeart/2018/2/layout/IconVerticalSolidList"/>
    <dgm:cxn modelId="{C9FE3792-CBBB-4F98-A1F8-00E488538FFD}" type="presParOf" srcId="{65A66AAF-DDCF-4621-B4EB-3C0C1167663E}" destId="{165015D7-F7EA-4170-8E21-43389B4C6989}" srcOrd="0" destOrd="0" presId="urn:microsoft.com/office/officeart/2018/2/layout/IconVerticalSolidList"/>
    <dgm:cxn modelId="{44AA98FA-1BD9-4668-88DE-4B644CA83440}" type="presParOf" srcId="{65A66AAF-DDCF-4621-B4EB-3C0C1167663E}" destId="{14C9B3F0-142B-4145-9ECA-316856441DB8}" srcOrd="1" destOrd="0" presId="urn:microsoft.com/office/officeart/2018/2/layout/IconVerticalSolidList"/>
    <dgm:cxn modelId="{B66B4DF5-533F-430B-858F-E008E60DE8A8}" type="presParOf" srcId="{65A66AAF-DDCF-4621-B4EB-3C0C1167663E}" destId="{DEFA7CC8-062F-445B-982E-309DF6544613}" srcOrd="2" destOrd="0" presId="urn:microsoft.com/office/officeart/2018/2/layout/IconVerticalSolidList"/>
    <dgm:cxn modelId="{9FF5D6A9-3621-4130-9D17-20B26CF26C94}" type="presParOf" srcId="{65A66AAF-DDCF-4621-B4EB-3C0C1167663E}" destId="{CC5ACF74-38FB-4224-9859-A5823531648F}" srcOrd="3" destOrd="0" presId="urn:microsoft.com/office/officeart/2018/2/layout/IconVerticalSolidList"/>
    <dgm:cxn modelId="{1CC56579-369F-494E-925F-6EA124BF2C0C}" type="presParOf" srcId="{FC5C9F4A-4C38-458B-AAA2-75C1D5B95646}" destId="{43B57ED2-1DAA-4D0D-B312-D77BDF21D002}" srcOrd="7" destOrd="0" presId="urn:microsoft.com/office/officeart/2018/2/layout/IconVerticalSolidList"/>
    <dgm:cxn modelId="{D0D14931-C13B-4011-8330-279C8906361D}" type="presParOf" srcId="{FC5C9F4A-4C38-458B-AAA2-75C1D5B95646}" destId="{FB2596B2-F60D-4817-99B0-8AB8C27343B9}" srcOrd="8" destOrd="0" presId="urn:microsoft.com/office/officeart/2018/2/layout/IconVerticalSolidList"/>
    <dgm:cxn modelId="{88FA5BD8-39ED-4086-9953-2A3A9EB29AC2}" type="presParOf" srcId="{FB2596B2-F60D-4817-99B0-8AB8C27343B9}" destId="{3078BF9E-5708-4332-8F00-636EEE221D44}" srcOrd="0" destOrd="0" presId="urn:microsoft.com/office/officeart/2018/2/layout/IconVerticalSolidList"/>
    <dgm:cxn modelId="{FBF777AF-9065-472E-B92E-280672AF1FBE}" type="presParOf" srcId="{FB2596B2-F60D-4817-99B0-8AB8C27343B9}" destId="{E68973EF-6638-4076-9403-26651319487F}" srcOrd="1" destOrd="0" presId="urn:microsoft.com/office/officeart/2018/2/layout/IconVerticalSolidList"/>
    <dgm:cxn modelId="{0F875A7F-40AF-404D-9DD5-25A98DD4A6DF}" type="presParOf" srcId="{FB2596B2-F60D-4817-99B0-8AB8C27343B9}" destId="{B9875B8E-58C1-40D4-9489-6F2E5FF65EE8}" srcOrd="2" destOrd="0" presId="urn:microsoft.com/office/officeart/2018/2/layout/IconVerticalSolidList"/>
    <dgm:cxn modelId="{B460B7AD-0930-492F-B07F-58A77BE45AB3}" type="presParOf" srcId="{FB2596B2-F60D-4817-99B0-8AB8C27343B9}" destId="{27800AC7-94CC-42E6-900E-90538A2C48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DB297-E070-4808-839A-DDA6462E2211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7EFBA0-B515-4E24-9A2A-B0A1CB5E7E81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B5046-8567-442E-B35D-164619A966EC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Growing demand for IoT and satellite communication</a:t>
          </a:r>
        </a:p>
      </dsp:txBody>
      <dsp:txXfrm>
        <a:off x="1428292" y="2439"/>
        <a:ext cx="4873308" cy="1236616"/>
      </dsp:txXfrm>
    </dsp:sp>
    <dsp:sp modelId="{F0EFDE2A-E38B-46CE-8FA8-4E94C0CBBDDF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3F6D42-B7D7-4EC4-81FA-7E3118F2002C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94DDCD-5D6B-4D2C-B01D-E8CEEDCD241F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Limitations of traditional wireless technologies</a:t>
          </a:r>
        </a:p>
      </dsp:txBody>
      <dsp:txXfrm>
        <a:off x="1428292" y="1548210"/>
        <a:ext cx="4873308" cy="1236616"/>
      </dsp:txXfrm>
    </dsp:sp>
    <dsp:sp modelId="{10BEF1B2-337D-4A5C-A2A9-DAEA07A087C5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43B2F-5F41-47DD-90CC-8561FFAC77D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118EB0-D20D-4D31-BE6D-5DF4C295E706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LoRa as a low-power, long-range solution</a:t>
          </a:r>
        </a:p>
      </dsp:txBody>
      <dsp:txXfrm>
        <a:off x="1428292" y="3093981"/>
        <a:ext cx="4873308" cy="1236616"/>
      </dsp:txXfrm>
    </dsp:sp>
    <dsp:sp modelId="{30D41D34-1071-429A-921A-D27574D6771C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5A43E4-D839-41EC-BBC9-6F0C2BC61F5B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E97D5-7196-4AF0-B134-F71683D02611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of LoRa in modern CubeSat missions</a:t>
          </a:r>
        </a:p>
      </dsp:txBody>
      <dsp:txXfrm>
        <a:off x="1428292" y="4639752"/>
        <a:ext cx="48733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C95C74-BB5A-4D94-A09D-E7D025A9CF48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BF1BDC-8FC3-4F45-AF43-85BFDF0CC834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85216-E0D5-454A-A677-21D2C0DEE7F0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LPWAN technology</a:t>
          </a:r>
          <a:endParaRPr lang="en-US" sz="1900" kern="1200"/>
        </a:p>
      </dsp:txBody>
      <dsp:txXfrm>
        <a:off x="836323" y="3399"/>
        <a:ext cx="9679276" cy="724089"/>
      </dsp:txXfrm>
    </dsp:sp>
    <dsp:sp modelId="{388FC82E-A3A1-457D-A789-401A73B5F0C0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CA7818-0755-401E-BB61-C111D20D1FA2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880EA-E3BF-4DDC-BBC0-94D2BEB84383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Operates in ISM bands (433/868/915 MHz)</a:t>
          </a:r>
          <a:endParaRPr lang="en-US" sz="1900" kern="1200"/>
        </a:p>
      </dsp:txBody>
      <dsp:txXfrm>
        <a:off x="836323" y="908511"/>
        <a:ext cx="9679276" cy="724089"/>
      </dsp:txXfrm>
    </dsp:sp>
    <dsp:sp modelId="{E8FB7A30-3448-4CE1-B57F-9617A29FBCFE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63311C-0FA6-419D-B957-9CE44936F74A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095CE-5F29-4444-B442-C25B6EE63197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Long range, low power</a:t>
          </a:r>
          <a:endParaRPr lang="en-US" sz="1900" kern="1200"/>
        </a:p>
      </dsp:txBody>
      <dsp:txXfrm>
        <a:off x="836323" y="1813624"/>
        <a:ext cx="9679276" cy="724089"/>
      </dsp:txXfrm>
    </dsp:sp>
    <dsp:sp modelId="{42DCDCA7-196E-41FC-8BC0-AAF7D039E434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608C4-DBCF-425B-BB33-1ED5D8B0E897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A55723-AA6F-4378-805A-06D062CC2CDF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Used in IoT and satellite telemetry</a:t>
          </a:r>
          <a:endParaRPr lang="en-US" sz="1900" kern="1200"/>
        </a:p>
      </dsp:txBody>
      <dsp:txXfrm>
        <a:off x="836323" y="2718736"/>
        <a:ext cx="9679276" cy="724089"/>
      </dsp:txXfrm>
    </dsp:sp>
    <dsp:sp modelId="{4E7313AB-9D6B-4E95-9C5A-0CC086271418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4F7EF-06D6-4715-891D-F111BC684D76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2B066-99ED-43D2-BC2A-46827ED97544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“LoRa uses Chirp Spread Spectrum which allows communication over several kilometers.”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79071D-287A-43A8-ABCD-EB495252B657}">
      <dsp:nvSpPr>
        <dsp:cNvPr id="0" name=""/>
        <dsp:cNvSpPr/>
      </dsp:nvSpPr>
      <dsp:spPr>
        <a:xfrm>
          <a:off x="0" y="73075"/>
          <a:ext cx="6666833" cy="8342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Build LoRa satellite ground station</a:t>
          </a:r>
          <a:endParaRPr lang="en-US" sz="2100" kern="12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0724" y="113799"/>
        <a:ext cx="6585385" cy="752780"/>
      </dsp:txXfrm>
    </dsp:sp>
    <dsp:sp modelId="{77B4A1AB-5A0C-42A4-87FC-320066E64D8A}">
      <dsp:nvSpPr>
        <dsp:cNvPr id="0" name=""/>
        <dsp:cNvSpPr/>
      </dsp:nvSpPr>
      <dsp:spPr>
        <a:xfrm>
          <a:off x="0" y="967783"/>
          <a:ext cx="6666833" cy="834228"/>
        </a:xfrm>
        <a:prstGeom prst="roundRect">
          <a:avLst/>
        </a:prstGeom>
        <a:gradFill rotWithShape="0">
          <a:gsLst>
            <a:gs pos="0">
              <a:schemeClr val="accent5">
                <a:hueOff val="-1351709"/>
                <a:satOff val="-3484"/>
                <a:lumOff val="-2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1709"/>
                <a:satOff val="-3484"/>
                <a:lumOff val="-2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1709"/>
                <a:satOff val="-3484"/>
                <a:lumOff val="-2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Receive satellite telemetry data</a:t>
          </a:r>
          <a:endParaRPr lang="en-US" sz="2100" kern="12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0724" y="1008507"/>
        <a:ext cx="6585385" cy="752780"/>
      </dsp:txXfrm>
    </dsp:sp>
    <dsp:sp modelId="{CE7F6384-B81F-4069-BB0F-64A6A6E9FEBB}">
      <dsp:nvSpPr>
        <dsp:cNvPr id="0" name=""/>
        <dsp:cNvSpPr/>
      </dsp:nvSpPr>
      <dsp:spPr>
        <a:xfrm>
          <a:off x="0" y="1862491"/>
          <a:ext cx="6666833" cy="834228"/>
        </a:xfrm>
        <a:prstGeom prst="roundRect">
          <a:avLst/>
        </a:prstGeom>
        <a:gradFill rotWithShape="0">
          <a:gsLst>
            <a:gs pos="0">
              <a:schemeClr val="accent5">
                <a:hueOff val="-2703417"/>
                <a:satOff val="-6968"/>
                <a:lumOff val="-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03417"/>
                <a:satOff val="-6968"/>
                <a:lumOff val="-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03417"/>
                <a:satOff val="-6968"/>
                <a:lumOff val="-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Display real-time parameters</a:t>
          </a:r>
          <a:endParaRPr lang="en-US" sz="2100" kern="12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0724" y="1903215"/>
        <a:ext cx="6585385" cy="752780"/>
      </dsp:txXfrm>
    </dsp:sp>
    <dsp:sp modelId="{108D8A33-E044-432B-8601-C8D2AD2FE681}">
      <dsp:nvSpPr>
        <dsp:cNvPr id="0" name=""/>
        <dsp:cNvSpPr/>
      </dsp:nvSpPr>
      <dsp:spPr>
        <a:xfrm>
          <a:off x="0" y="2757200"/>
          <a:ext cx="6666833" cy="834228"/>
        </a:xfrm>
        <a:prstGeom prst="roundRect">
          <a:avLst/>
        </a:prstGeom>
        <a:gradFill rotWithShape="0">
          <a:gsLst>
            <a:gs pos="0">
              <a:schemeClr val="accent5">
                <a:hueOff val="-4055126"/>
                <a:satOff val="-10451"/>
                <a:lumOff val="-705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5126"/>
                <a:satOff val="-10451"/>
                <a:lumOff val="-705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5126"/>
                <a:satOff val="-10451"/>
                <a:lumOff val="-705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Store long-term data on dashboard</a:t>
          </a:r>
          <a:endParaRPr lang="en-US" sz="2100" kern="12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0724" y="2797924"/>
        <a:ext cx="6585385" cy="752780"/>
      </dsp:txXfrm>
    </dsp:sp>
    <dsp:sp modelId="{72519238-D865-4356-9631-143FA88B9B1D}">
      <dsp:nvSpPr>
        <dsp:cNvPr id="0" name=""/>
        <dsp:cNvSpPr/>
      </dsp:nvSpPr>
      <dsp:spPr>
        <a:xfrm>
          <a:off x="0" y="3651908"/>
          <a:ext cx="6666833" cy="834228"/>
        </a:xfrm>
        <a:prstGeom prst="roundRect">
          <a:avLst/>
        </a:prstGeom>
        <a:gradFill rotWithShape="0">
          <a:gsLst>
            <a:gs pos="0">
              <a:schemeClr val="accent5">
                <a:hueOff val="-5406834"/>
                <a:satOff val="-13935"/>
                <a:lumOff val="-941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406834"/>
                <a:satOff val="-13935"/>
                <a:lumOff val="-941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406834"/>
                <a:satOff val="-13935"/>
                <a:lumOff val="-941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rPr>
            <a:t>Support future satellite-based IoT</a:t>
          </a:r>
          <a:endParaRPr lang="en-US" sz="2100" kern="1200">
            <a:solidFill>
              <a:srgbClr val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0724" y="3692632"/>
        <a:ext cx="6585385" cy="752780"/>
      </dsp:txXfrm>
    </dsp:sp>
    <dsp:sp modelId="{9E9AA84B-AC9D-4334-B4F7-AEDF9173BD10}">
      <dsp:nvSpPr>
        <dsp:cNvPr id="0" name=""/>
        <dsp:cNvSpPr/>
      </dsp:nvSpPr>
      <dsp:spPr>
        <a:xfrm>
          <a:off x="0" y="4546616"/>
          <a:ext cx="6666833" cy="834228"/>
        </a:xfrm>
        <a:prstGeom prst="roundRect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>
              <a:latin typeface="Calibri"/>
              <a:ea typeface="+mn-ea"/>
              <a:cs typeface="+mn-cs"/>
            </a:rPr>
            <a:t>Our main objective is monitoring satellite health using LoRa.</a:t>
          </a:r>
          <a:endParaRPr lang="en-US" sz="2100" kern="1200" dirty="0">
            <a:latin typeface="Calibri" panose="020F0502020204030204"/>
            <a:ea typeface="+mn-ea"/>
            <a:cs typeface="+mn-cs"/>
          </a:endParaRPr>
        </a:p>
      </dsp:txBody>
      <dsp:txXfrm>
        <a:off x="40724" y="4587340"/>
        <a:ext cx="6585385" cy="752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6DDE0-D6F6-46BE-B081-859E7280A0D8}">
      <dsp:nvSpPr>
        <dsp:cNvPr id="0" name=""/>
        <dsp:cNvSpPr/>
      </dsp:nvSpPr>
      <dsp:spPr>
        <a:xfrm>
          <a:off x="0" y="1798"/>
          <a:ext cx="6303729" cy="76651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ECD97A-C0A1-47A0-93AD-7770DD0BD816}">
      <dsp:nvSpPr>
        <dsp:cNvPr id="0" name=""/>
        <dsp:cNvSpPr/>
      </dsp:nvSpPr>
      <dsp:spPr>
        <a:xfrm>
          <a:off x="231871" y="174264"/>
          <a:ext cx="421583" cy="4215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2F096-E049-43D1-BB6F-69AEE1D01F76}">
      <dsp:nvSpPr>
        <dsp:cNvPr id="0" name=""/>
        <dsp:cNvSpPr/>
      </dsp:nvSpPr>
      <dsp:spPr>
        <a:xfrm>
          <a:off x="885326" y="1798"/>
          <a:ext cx="5418402" cy="766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3" tIns="81123" rIns="81123" bIns="8112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Battery voltage &amp; temperature</a:t>
          </a:r>
        </a:p>
      </dsp:txBody>
      <dsp:txXfrm>
        <a:off x="885326" y="1798"/>
        <a:ext cx="5418402" cy="766516"/>
      </dsp:txXfrm>
    </dsp:sp>
    <dsp:sp modelId="{4FE23E73-EAA9-4AA5-8696-BD57EA393471}">
      <dsp:nvSpPr>
        <dsp:cNvPr id="0" name=""/>
        <dsp:cNvSpPr/>
      </dsp:nvSpPr>
      <dsp:spPr>
        <a:xfrm>
          <a:off x="0" y="959943"/>
          <a:ext cx="6303729" cy="766516"/>
        </a:xfrm>
        <a:prstGeom prst="roundRect">
          <a:avLst>
            <a:gd name="adj" fmla="val 10000"/>
          </a:avLst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BE97F-C001-418E-B8AC-92ED6929913A}">
      <dsp:nvSpPr>
        <dsp:cNvPr id="0" name=""/>
        <dsp:cNvSpPr/>
      </dsp:nvSpPr>
      <dsp:spPr>
        <a:xfrm>
          <a:off x="231871" y="1132410"/>
          <a:ext cx="421583" cy="4215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7E5D1-13D0-440A-A526-3DD6B6CD3B66}">
      <dsp:nvSpPr>
        <dsp:cNvPr id="0" name=""/>
        <dsp:cNvSpPr/>
      </dsp:nvSpPr>
      <dsp:spPr>
        <a:xfrm>
          <a:off x="885326" y="959943"/>
          <a:ext cx="5418402" cy="766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3" tIns="81123" rIns="81123" bIns="8112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Solar panel voltage</a:t>
          </a:r>
        </a:p>
      </dsp:txBody>
      <dsp:txXfrm>
        <a:off x="885326" y="959943"/>
        <a:ext cx="5418402" cy="766516"/>
      </dsp:txXfrm>
    </dsp:sp>
    <dsp:sp modelId="{916CFC9B-4BB2-4414-AFED-05A08A127F72}">
      <dsp:nvSpPr>
        <dsp:cNvPr id="0" name=""/>
        <dsp:cNvSpPr/>
      </dsp:nvSpPr>
      <dsp:spPr>
        <a:xfrm>
          <a:off x="0" y="1918088"/>
          <a:ext cx="6303729" cy="766516"/>
        </a:xfrm>
        <a:prstGeom prst="roundRect">
          <a:avLst>
            <a:gd name="adj" fmla="val 10000"/>
          </a:avLst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63D03-2E7F-4781-AFF5-D810A8AF29EA}">
      <dsp:nvSpPr>
        <dsp:cNvPr id="0" name=""/>
        <dsp:cNvSpPr/>
      </dsp:nvSpPr>
      <dsp:spPr>
        <a:xfrm>
          <a:off x="231871" y="2090555"/>
          <a:ext cx="421583" cy="4215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7F25E-7B91-4266-815D-BDB6399AFB48}">
      <dsp:nvSpPr>
        <dsp:cNvPr id="0" name=""/>
        <dsp:cNvSpPr/>
      </dsp:nvSpPr>
      <dsp:spPr>
        <a:xfrm>
          <a:off x="885326" y="1918088"/>
          <a:ext cx="5418402" cy="766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3" tIns="81123" rIns="81123" bIns="8112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CPU &amp; payload health</a:t>
          </a:r>
        </a:p>
      </dsp:txBody>
      <dsp:txXfrm>
        <a:off x="885326" y="1918088"/>
        <a:ext cx="5418402" cy="766516"/>
      </dsp:txXfrm>
    </dsp:sp>
    <dsp:sp modelId="{AB89152F-6E8C-4F04-A627-F3ECFA6CCEBA}">
      <dsp:nvSpPr>
        <dsp:cNvPr id="0" name=""/>
        <dsp:cNvSpPr/>
      </dsp:nvSpPr>
      <dsp:spPr>
        <a:xfrm>
          <a:off x="0" y="2876234"/>
          <a:ext cx="6303729" cy="766516"/>
        </a:xfrm>
        <a:prstGeom prst="roundRect">
          <a:avLst>
            <a:gd name="adj" fmla="val 10000"/>
          </a:avLst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9414F4-FD0A-4D5E-A47D-DE5FC22534B9}">
      <dsp:nvSpPr>
        <dsp:cNvPr id="0" name=""/>
        <dsp:cNvSpPr/>
      </dsp:nvSpPr>
      <dsp:spPr>
        <a:xfrm>
          <a:off x="231871" y="3048700"/>
          <a:ext cx="421583" cy="42158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FF6C15-D1C1-4400-B60D-DA2DEFE3AF86}">
      <dsp:nvSpPr>
        <dsp:cNvPr id="0" name=""/>
        <dsp:cNvSpPr/>
      </dsp:nvSpPr>
      <dsp:spPr>
        <a:xfrm>
          <a:off x="885326" y="2876234"/>
          <a:ext cx="5418402" cy="766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3" tIns="81123" rIns="81123" bIns="8112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Packet success/failure</a:t>
          </a:r>
        </a:p>
      </dsp:txBody>
      <dsp:txXfrm>
        <a:off x="885326" y="2876234"/>
        <a:ext cx="5418402" cy="766516"/>
      </dsp:txXfrm>
    </dsp:sp>
    <dsp:sp modelId="{F45C434E-DA24-460D-8BD5-0BEE857DFBBC}">
      <dsp:nvSpPr>
        <dsp:cNvPr id="0" name=""/>
        <dsp:cNvSpPr/>
      </dsp:nvSpPr>
      <dsp:spPr>
        <a:xfrm>
          <a:off x="0" y="3834379"/>
          <a:ext cx="6303729" cy="766516"/>
        </a:xfrm>
        <a:prstGeom prst="roundRect">
          <a:avLst>
            <a:gd name="adj" fmla="val 10000"/>
          </a:avLst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9A23A-1B3E-4F62-AB30-4F2131228A78}">
      <dsp:nvSpPr>
        <dsp:cNvPr id="0" name=""/>
        <dsp:cNvSpPr/>
      </dsp:nvSpPr>
      <dsp:spPr>
        <a:xfrm>
          <a:off x="231871" y="4006845"/>
          <a:ext cx="421583" cy="42158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93ACB0-04F6-438B-A9CF-D0A9C7246581}">
      <dsp:nvSpPr>
        <dsp:cNvPr id="0" name=""/>
        <dsp:cNvSpPr/>
      </dsp:nvSpPr>
      <dsp:spPr>
        <a:xfrm>
          <a:off x="885326" y="3834379"/>
          <a:ext cx="5418402" cy="766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3" tIns="81123" rIns="81123" bIns="8112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Satellite tracking history</a:t>
          </a:r>
        </a:p>
      </dsp:txBody>
      <dsp:txXfrm>
        <a:off x="885326" y="3834379"/>
        <a:ext cx="5418402" cy="766516"/>
      </dsp:txXfrm>
    </dsp:sp>
    <dsp:sp modelId="{38B3FE6E-2D3D-496E-A71D-ED8A582D7ACC}">
      <dsp:nvSpPr>
        <dsp:cNvPr id="0" name=""/>
        <dsp:cNvSpPr/>
      </dsp:nvSpPr>
      <dsp:spPr>
        <a:xfrm>
          <a:off x="0" y="4792524"/>
          <a:ext cx="6303729" cy="766516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FC457A-5CD3-4BB9-B001-69704A18F636}">
      <dsp:nvSpPr>
        <dsp:cNvPr id="0" name=""/>
        <dsp:cNvSpPr/>
      </dsp:nvSpPr>
      <dsp:spPr>
        <a:xfrm>
          <a:off x="231871" y="4964990"/>
          <a:ext cx="421583" cy="42158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AC6C4-E04A-4CC1-94B2-34F67D9DF4FC}">
      <dsp:nvSpPr>
        <dsp:cNvPr id="0" name=""/>
        <dsp:cNvSpPr/>
      </dsp:nvSpPr>
      <dsp:spPr>
        <a:xfrm>
          <a:off x="885326" y="4792524"/>
          <a:ext cx="5418402" cy="7665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123" tIns="81123" rIns="81123" bIns="8112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All data is stored from first day to satellite lifetime</a:t>
          </a:r>
          <a:r>
            <a:rPr lang="en-US" sz="1900" kern="1200" dirty="0">
              <a:latin typeface="Calibri Light" panose="020F0302020204030204"/>
            </a:rPr>
            <a:t>.</a:t>
          </a:r>
          <a:endParaRPr lang="en-US" sz="1900" kern="1200" dirty="0"/>
        </a:p>
      </dsp:txBody>
      <dsp:txXfrm>
        <a:off x="885326" y="4792524"/>
        <a:ext cx="5418402" cy="7665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481C6-1E30-4A98-8DFF-A8B26AD4827A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6B618C-7DA4-478F-9686-616162402007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6251E-635B-471A-9D6F-2432E3DA342D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Satellite health monitoring</a:t>
          </a:r>
        </a:p>
      </dsp:txBody>
      <dsp:txXfrm>
        <a:off x="889864" y="1808"/>
        <a:ext cx="5355400" cy="770445"/>
      </dsp:txXfrm>
    </dsp:sp>
    <dsp:sp modelId="{8811DDD5-5C23-4391-A7D9-742B2BD6E6F0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E888AC-F99C-449A-A6EB-50F635808D39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13AD1-F00A-40BC-AA75-2B430C219E51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Educational &amp; research use</a:t>
          </a:r>
        </a:p>
      </dsp:txBody>
      <dsp:txXfrm>
        <a:off x="889864" y="964865"/>
        <a:ext cx="5355400" cy="770445"/>
      </dsp:txXfrm>
    </dsp:sp>
    <dsp:sp modelId="{0E722B44-8B66-4FF7-982F-3B6F6183F67D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86696-AFC0-4AFE-B4DE-BBCD58E8B851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E59767-1BCF-4407-96CB-5D7CE90B0B48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Satellite-based IoT</a:t>
          </a:r>
        </a:p>
      </dsp:txBody>
      <dsp:txXfrm>
        <a:off x="889864" y="1927922"/>
        <a:ext cx="5355400" cy="770445"/>
      </dsp:txXfrm>
    </dsp:sp>
    <dsp:sp modelId="{3C28D6C7-0577-48A5-A446-6D8AA38635B5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DF6C4E-E9A2-413A-B86B-A5E955B62D1D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84060-2FCB-4AEA-B2FD-A3EE423B5128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Disaster &amp; remote communication</a:t>
          </a:r>
        </a:p>
      </dsp:txBody>
      <dsp:txXfrm>
        <a:off x="889864" y="2890979"/>
        <a:ext cx="5355400" cy="770445"/>
      </dsp:txXfrm>
    </dsp:sp>
    <dsp:sp modelId="{95A42184-6A41-4FBE-86AC-FA71AF372B69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E9AC3D-5825-4DB5-9644-E3EF16316D09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48699-10CE-4EFE-90CF-E2F33512F678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CubeSat missions</a:t>
          </a:r>
        </a:p>
      </dsp:txBody>
      <dsp:txXfrm>
        <a:off x="889864" y="3854036"/>
        <a:ext cx="5355400" cy="770445"/>
      </dsp:txXfrm>
    </dsp:sp>
    <dsp:sp modelId="{29195A38-99BE-4DD5-AC1A-1545561831B1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928FAA-E5E6-4112-BBC9-751702B99B8D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72D34C-C19D-47AC-B5C6-E6798F59D856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This system is useful for both academic and future IoT applications</a:t>
          </a:r>
          <a:r>
            <a:rPr lang="en-US" sz="1900" kern="1200" dirty="0">
              <a:latin typeface="Calibri Light" panose="020F0302020204030204"/>
            </a:rPr>
            <a:t>.</a:t>
          </a:r>
          <a:endParaRPr lang="en-US" sz="1900" kern="1200" dirty="0"/>
        </a:p>
      </dsp:txBody>
      <dsp:txXfrm>
        <a:off x="889864" y="4817093"/>
        <a:ext cx="5355400" cy="7704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190D3C-13E9-4ED0-B15F-94E1ACE9B926}">
      <dsp:nvSpPr>
        <dsp:cNvPr id="0" name=""/>
        <dsp:cNvSpPr/>
      </dsp:nvSpPr>
      <dsp:spPr>
        <a:xfrm>
          <a:off x="0" y="4300"/>
          <a:ext cx="6630174" cy="9160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4549A-58B6-4DC1-B823-A78B862EB9F9}">
      <dsp:nvSpPr>
        <dsp:cNvPr id="0" name=""/>
        <dsp:cNvSpPr/>
      </dsp:nvSpPr>
      <dsp:spPr>
        <a:xfrm>
          <a:off x="277094" y="210403"/>
          <a:ext cx="503807" cy="50380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19827-156A-492C-BE94-CF64526BFC13}">
      <dsp:nvSpPr>
        <dsp:cNvPr id="0" name=""/>
        <dsp:cNvSpPr/>
      </dsp:nvSpPr>
      <dsp:spPr>
        <a:xfrm>
          <a:off x="1057996" y="4300"/>
          <a:ext cx="5572177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Total cost ≈ ₹5000</a:t>
          </a:r>
        </a:p>
      </dsp:txBody>
      <dsp:txXfrm>
        <a:off x="1057996" y="4300"/>
        <a:ext cx="5572177" cy="916014"/>
      </dsp:txXfrm>
    </dsp:sp>
    <dsp:sp modelId="{6C5CFF08-7855-4BD6-8BC3-32DD327110B1}">
      <dsp:nvSpPr>
        <dsp:cNvPr id="0" name=""/>
        <dsp:cNvSpPr/>
      </dsp:nvSpPr>
      <dsp:spPr>
        <a:xfrm>
          <a:off x="0" y="1149318"/>
          <a:ext cx="6630174" cy="9160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C5CD0-9D8E-418D-92D8-457C2CA4BD06}">
      <dsp:nvSpPr>
        <dsp:cNvPr id="0" name=""/>
        <dsp:cNvSpPr/>
      </dsp:nvSpPr>
      <dsp:spPr>
        <a:xfrm>
          <a:off x="277094" y="1355421"/>
          <a:ext cx="503807" cy="50380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BEE2F8-E05C-45AB-BD26-6766B199DB3F}">
      <dsp:nvSpPr>
        <dsp:cNvPr id="0" name=""/>
        <dsp:cNvSpPr/>
      </dsp:nvSpPr>
      <dsp:spPr>
        <a:xfrm>
          <a:off x="1057996" y="1149318"/>
          <a:ext cx="5572177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Low-cost &amp; scalable</a:t>
          </a:r>
        </a:p>
      </dsp:txBody>
      <dsp:txXfrm>
        <a:off x="1057996" y="1149318"/>
        <a:ext cx="5572177" cy="916014"/>
      </dsp:txXfrm>
    </dsp:sp>
    <dsp:sp modelId="{0731114D-C60F-4713-9010-03E5B7C62CEC}">
      <dsp:nvSpPr>
        <dsp:cNvPr id="0" name=""/>
        <dsp:cNvSpPr/>
      </dsp:nvSpPr>
      <dsp:spPr>
        <a:xfrm>
          <a:off x="0" y="2294336"/>
          <a:ext cx="6630174" cy="9160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8BA4F9-6984-4CC3-B3C3-1A154580EAB5}">
      <dsp:nvSpPr>
        <dsp:cNvPr id="0" name=""/>
        <dsp:cNvSpPr/>
      </dsp:nvSpPr>
      <dsp:spPr>
        <a:xfrm>
          <a:off x="277094" y="2500440"/>
          <a:ext cx="503807" cy="50380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5BB144-F875-4982-84B4-FAC9ADAE0982}">
      <dsp:nvSpPr>
        <dsp:cNvPr id="0" name=""/>
        <dsp:cNvSpPr/>
      </dsp:nvSpPr>
      <dsp:spPr>
        <a:xfrm>
          <a:off x="1057996" y="2294336"/>
          <a:ext cx="5572177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Future-ready technology</a:t>
          </a:r>
        </a:p>
      </dsp:txBody>
      <dsp:txXfrm>
        <a:off x="1057996" y="2294336"/>
        <a:ext cx="5572177" cy="916014"/>
      </dsp:txXfrm>
    </dsp:sp>
    <dsp:sp modelId="{165015D7-F7EA-4170-8E21-43389B4C6989}">
      <dsp:nvSpPr>
        <dsp:cNvPr id="0" name=""/>
        <dsp:cNvSpPr/>
      </dsp:nvSpPr>
      <dsp:spPr>
        <a:xfrm>
          <a:off x="0" y="3439354"/>
          <a:ext cx="6630174" cy="9160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C9B3F0-142B-4145-9ECA-316856441DB8}">
      <dsp:nvSpPr>
        <dsp:cNvPr id="0" name=""/>
        <dsp:cNvSpPr/>
      </dsp:nvSpPr>
      <dsp:spPr>
        <a:xfrm>
          <a:off x="277094" y="3645458"/>
          <a:ext cx="503807" cy="50380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5ACF74-38FB-4224-9859-A5823531648F}">
      <dsp:nvSpPr>
        <dsp:cNvPr id="0" name=""/>
        <dsp:cNvSpPr/>
      </dsp:nvSpPr>
      <dsp:spPr>
        <a:xfrm>
          <a:off x="1057996" y="3439354"/>
          <a:ext cx="5572177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Scope for ISRO / academic use</a:t>
          </a:r>
        </a:p>
      </dsp:txBody>
      <dsp:txXfrm>
        <a:off x="1057996" y="3439354"/>
        <a:ext cx="5572177" cy="916014"/>
      </dsp:txXfrm>
    </dsp:sp>
    <dsp:sp modelId="{3078BF9E-5708-4332-8F00-636EEE221D44}">
      <dsp:nvSpPr>
        <dsp:cNvPr id="0" name=""/>
        <dsp:cNvSpPr/>
      </dsp:nvSpPr>
      <dsp:spPr>
        <a:xfrm>
          <a:off x="0" y="4584372"/>
          <a:ext cx="6630174" cy="91601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973EF-6638-4076-9403-26651319487F}">
      <dsp:nvSpPr>
        <dsp:cNvPr id="0" name=""/>
        <dsp:cNvSpPr/>
      </dsp:nvSpPr>
      <dsp:spPr>
        <a:xfrm>
          <a:off x="277094" y="4790476"/>
          <a:ext cx="503807" cy="50380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00AC7-94CC-42E6-900E-90538A2C481E}">
      <dsp:nvSpPr>
        <dsp:cNvPr id="0" name=""/>
        <dsp:cNvSpPr/>
      </dsp:nvSpPr>
      <dsp:spPr>
        <a:xfrm>
          <a:off x="1057996" y="4584372"/>
          <a:ext cx="5572177" cy="9160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945" tIns="96945" rIns="96945" bIns="9694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This project demonstrates that satellite communication is possible on a limited budget</a:t>
          </a:r>
          <a:r>
            <a:rPr lang="en-US" sz="1900" kern="1200" dirty="0">
              <a:latin typeface="Calibri Light" panose="020F0302020204030204"/>
            </a:rPr>
            <a:t>.</a:t>
          </a:r>
          <a:endParaRPr lang="en-US" sz="1900" kern="1200" dirty="0"/>
        </a:p>
      </dsp:txBody>
      <dsp:txXfrm>
        <a:off x="1057996" y="4584372"/>
        <a:ext cx="5572177" cy="9160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1C496-104E-6D0F-3F91-4BF0B8032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B331A-3966-1076-6F48-A7CFBA0D9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2E03B-A4CF-0757-959C-FED2458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EAA0D-47A5-7399-04A3-50ECC7C80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0ACAF-8A62-0F5E-6732-4BAF6DF4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04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05A9-BE20-1A69-148C-0A96CED4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AA808-5367-26BC-6772-69B05DBD5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9160E-6D8D-CE4C-D69F-C6F477FB7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3B781-458B-AF14-CAA7-286A9029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20FCF-1119-45CB-461F-D8CB2FBE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7659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2F72-75D1-E718-EE6D-4599106C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CAD68-37FA-5745-6E38-8A18C4E10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645D4-C5BA-E7BB-69EF-11ECA50DE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A7396-59E7-FA74-205C-6F73148D7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0F48A-83D0-9E63-CA48-E93BDBED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44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114B9-4C81-3B44-465A-FEF49D8B6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8F920-7FD1-C44C-78EE-CD15BE320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61AC2-16EE-6813-A065-2FE09D917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E9CFA-3CCE-5C87-4CF7-85A1C46A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08E49-2019-9C83-1E3A-00679CC91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8F6A9-9354-0EE2-8888-02018CCB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79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508A-70A7-E913-25B9-4146C9E6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EADAC-F495-E667-E97D-B49431E27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933E1-E5F1-EE0F-DFF8-DDB093D51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37F7A-483C-4ADB-49A7-BDA82DAF10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6E2C-9709-4A5A-45AF-3CD4A5618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8AF9C4-DF3B-D442-2BE1-27A4506C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67398-3C65-AAC6-BDFC-ABC6B02FE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3B412-FCD8-B5D5-A4CD-EC4B8A1D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644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CA9E-6716-9FAE-1233-550B60152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98BD07-C761-77D1-0BE3-75F777ADC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1727FE-9EE7-3883-C673-3C87DE20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1CFCA6-9ABA-3A8D-FAB8-122C1769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21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1AA62D-1063-ACEB-6139-D257BC54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A9669-32AF-0226-BFA0-E7F826A4A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FA631-9C2A-014C-CFF7-131DB24D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9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62C7E-6186-0DA4-A154-99AD10427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7051D-6BB8-B6C8-DE9E-6D008EB2A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59BE7-52F2-5C5D-4C27-9B791BEE0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DF6D7-A72B-D3B8-1EB1-4F516EB8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B40DC-483C-425C-10EC-F2D1F876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82015-60EB-CD27-4739-5ADF64A1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025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0E730-3F9D-E487-94BC-97513BA8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EAF40-7BFB-C657-2DA8-F3072550A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EEEFC-9B7F-407C-4CD2-ECD9CBF01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4C8AC-6C51-F2F1-38CE-1292F050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0C119-5E55-4D3F-6555-45674276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2A5F8-F6A7-B2BC-D1AE-892C5E1F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0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A1D5C-EE67-62AD-16B6-3F8B34DC2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A98FC-0D16-9A2B-DF78-2D7CE5F3B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ECDFA-70D8-25F1-E557-B19CD46B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863EE-9EC5-0B3E-4708-68CF6584F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39978-5D35-78E4-FC2B-E933DFE2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46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E9B7DB-E2CB-4F15-0DD2-AADBADAB7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2C7FB-8134-A11A-A215-E22BEA1E3B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686FAB-9804-DBE7-62EB-2515178E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E02CA-990A-A5A1-66AC-7CF79950E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F15BD-65AB-A801-1652-3F46CEEF4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041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15A395-5EAA-5D65-8E3C-5986CE55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A90F1-11BC-AB84-2E45-BDAC00C5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DACE8-0845-E270-91B1-9A558481F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262BE-B6E3-46A0-AEE5-8037255DD7DE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8C515-A866-9A89-267A-47FAF7942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D739C-4E75-2EE5-CF2B-F2079519D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A0792-EFFC-4A39-92B1-3455B0A434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324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9E45E-634C-F877-CEB2-9A50B049C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en-US" sz="6600" b="1"/>
              <a:t>GROUND STATION FOR TRACKING LoRa SATELLITES</a:t>
            </a:r>
            <a:br>
              <a:rPr lang="en-IN" sz="6600"/>
            </a:br>
            <a:endParaRPr lang="en-IN" sz="66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6B710AE-7023-E442-B9A1-66C037449F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3580" y="4631161"/>
            <a:ext cx="7315127" cy="156948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200">
                <a:latin typeface="Arial"/>
                <a:cs typeface="Arial"/>
              </a:rPr>
              <a:t>Name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(s)</a:t>
            </a:r>
            <a:r>
              <a:rPr lang="en-US" altLang="en-US" sz="2200">
                <a:latin typeface="Arial"/>
                <a:cs typeface="Arial"/>
              </a:rPr>
              <a:t> - Gurnoor Kaur &amp; Gurpuneet Singh Hunjan</a:t>
            </a:r>
            <a:endParaRPr lang="en-US" altLang="en-US" sz="2200" b="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Roll No(s)</a:t>
            </a:r>
            <a:r>
              <a:rPr lang="en-US" altLang="en-US" sz="2200">
                <a:latin typeface="Arial"/>
                <a:cs typeface="Arial"/>
              </a:rPr>
              <a:t> - 2302873 , 2339611</a:t>
            </a:r>
            <a:endParaRPr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Branch &amp; Semester</a:t>
            </a:r>
            <a:r>
              <a:rPr lang="en-US" altLang="en-US" sz="2200">
                <a:latin typeface="Arial"/>
                <a:cs typeface="Arial"/>
              </a:rPr>
              <a:t> – ECE (6th)</a:t>
            </a:r>
            <a:endParaRPr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  <a:p>
            <a:pPr algn="l" eaLnBrk="0" fontAlgn="base" hangingPunct="0">
              <a:spcBef>
                <a:spcPct val="0"/>
              </a:spcBef>
              <a:spcAft>
                <a:spcPts val="600"/>
              </a:spcAft>
            </a:pPr>
            <a:endParaRPr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/>
            </a:endParaRP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0E1A4F2-EA34-9E02-E927-385CCDA3AC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50" b="6250"/>
          <a:stretch>
            <a:fillRect/>
          </a:stretch>
        </p:blipFill>
        <p:spPr>
          <a:xfrm>
            <a:off x="7333309" y="1914662"/>
            <a:ext cx="4535603" cy="252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97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DB157-7818-0BDB-27C9-919C122B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IN" dirty="0"/>
              <a:t>Introduction</a:t>
            </a:r>
            <a:endParaRPr lang="en-IN" dirty="0">
              <a:ea typeface="Calibri Light"/>
              <a:cs typeface="Calibri Light"/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tx1"/>
            </a:solidFill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tx1"/>
            </a:solidFill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E6DB90-246F-F90F-63B2-FC3085664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05232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522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65D6-A3D4-7AEF-50C2-8AC70AA1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LoRa?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1C6121-C8C6-7030-F5E6-8F9DE6A40B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5446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A807B9-2119-0434-B562-F2075643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Problem Formulation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9116-0D95-EEA6-FE6E-2FA40F59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Internet &amp; cellular not available everywhere</a:t>
            </a:r>
          </a:p>
          <a:p>
            <a:r>
              <a:rPr lang="en-US" dirty="0"/>
              <a:t>High power consumption of existing systems</a:t>
            </a:r>
          </a:p>
          <a:p>
            <a:r>
              <a:rPr lang="en-US" dirty="0"/>
              <a:t>Expensive satellite ground stations</a:t>
            </a:r>
          </a:p>
          <a:p>
            <a:r>
              <a:rPr lang="en-US" dirty="0"/>
              <a:t>No easy way to monitor satellite health data</a:t>
            </a:r>
          </a:p>
          <a:p>
            <a:r>
              <a:rPr lang="en-US" dirty="0"/>
              <a:t>“We identified the need for a low-cost, scalable satellite ground station.”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37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lowchart: Document 2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5C1FD-F886-7B1F-48AD-0FC5C418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8C1206-95AE-2B4F-850F-0998B5079B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09333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311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Freeform: Shape 206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520F9-DD0E-E09A-D5E7-7C0B8546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54" y="2526055"/>
            <a:ext cx="3888526" cy="180052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latin typeface="+mj-lt"/>
                <a:ea typeface="+mj-ea"/>
                <a:cs typeface="+mj-cs"/>
              </a:rPr>
              <a:t>System Overview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462E141-EBF4-AED3-431C-7578147B7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9085" y="519969"/>
            <a:ext cx="2889644" cy="6025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3063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A6E5D5-BAC8-31D5-57ED-61FC320B7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IN" sz="5400"/>
              <a:t>Hardware Components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4CE19-41CC-38EB-8CD8-F934BD72C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dirty="0"/>
              <a:t>ESP32</a:t>
            </a:r>
          </a:p>
          <a:p>
            <a:r>
              <a:rPr lang="en-US" sz="1700" dirty="0"/>
              <a:t>RA-02 LoRa Module</a:t>
            </a:r>
            <a:endParaRPr lang="en-US" sz="1700" dirty="0">
              <a:ea typeface="Calibri"/>
              <a:cs typeface="Calibri"/>
            </a:endParaRPr>
          </a:p>
          <a:p>
            <a:r>
              <a:rPr lang="en-US" sz="1700" dirty="0"/>
              <a:t>0.95” OLED Display</a:t>
            </a:r>
            <a:endParaRPr lang="en-US" sz="1700" dirty="0">
              <a:ea typeface="Calibri"/>
              <a:cs typeface="Calibri"/>
            </a:endParaRPr>
          </a:p>
          <a:p>
            <a:r>
              <a:rPr lang="en-US" sz="1700" dirty="0"/>
              <a:t>Buck Converter</a:t>
            </a:r>
            <a:endParaRPr lang="en-US" sz="1700" dirty="0">
              <a:ea typeface="Calibri"/>
              <a:cs typeface="Calibri"/>
            </a:endParaRPr>
          </a:p>
          <a:p>
            <a:r>
              <a:rPr lang="en-US" sz="1700" dirty="0"/>
              <a:t>PCB</a:t>
            </a:r>
            <a:endParaRPr lang="en-US" sz="1700" dirty="0">
              <a:ea typeface="Calibri"/>
              <a:cs typeface="Calibri"/>
            </a:endParaRPr>
          </a:p>
          <a:p>
            <a:r>
              <a:rPr lang="en-US" sz="1700" dirty="0"/>
              <a:t>U.FL to SMA Cable</a:t>
            </a:r>
            <a:endParaRPr lang="en-US" sz="1700" dirty="0">
              <a:ea typeface="Calibri"/>
              <a:cs typeface="Calibri"/>
            </a:endParaRPr>
          </a:p>
          <a:p>
            <a:r>
              <a:rPr lang="en-US" sz="1700" dirty="0"/>
              <a:t>Fabricated Antenna</a:t>
            </a:r>
            <a:endParaRPr lang="en-US" sz="1700" dirty="0">
              <a:ea typeface="Calibri"/>
              <a:cs typeface="Calibri"/>
            </a:endParaRPr>
          </a:p>
          <a:p>
            <a:r>
              <a:rPr lang="en-US" sz="1700" dirty="0"/>
              <a:t>These components are low-cost and easily available.</a:t>
            </a:r>
            <a:endParaRPr lang="en-US" sz="1700" dirty="0">
              <a:ea typeface="Calibri"/>
              <a:cs typeface="Calibri"/>
            </a:endParaRPr>
          </a:p>
          <a:p>
            <a:endParaRPr lang="en-IN" sz="1700"/>
          </a:p>
        </p:txBody>
      </p:sp>
      <p:pic>
        <p:nvPicPr>
          <p:cNvPr id="5" name="Picture 4" descr="Close-up of circuit board">
            <a:extLst>
              <a:ext uri="{FF2B5EF4-FFF2-40B4-BE49-F238E27FC236}">
                <a16:creationId xmlns:a16="http://schemas.microsoft.com/office/drawing/2014/main" id="{2CF4A895-36A8-3FEF-0D3C-7EB9C2EE7B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49" r="-3" b="-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7180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DEE81-649C-7EEE-D38A-6739660EB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625D6-F409-9EDD-CED8-4F74AC972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dirty="0"/>
              <a:t>Hardware interfacing</a:t>
            </a:r>
          </a:p>
          <a:p>
            <a:r>
              <a:rPr lang="en-IN" dirty="0"/>
              <a:t>Antenna fabrication</a:t>
            </a:r>
          </a:p>
          <a:p>
            <a:r>
              <a:rPr lang="en-IN" dirty="0"/>
              <a:t>Firmware flashing (</a:t>
            </a:r>
            <a:r>
              <a:rPr lang="en-IN" dirty="0" err="1"/>
              <a:t>TinyGS</a:t>
            </a:r>
            <a:r>
              <a:rPr lang="en-IN" dirty="0"/>
              <a:t>)</a:t>
            </a:r>
          </a:p>
          <a:p>
            <a:r>
              <a:rPr lang="en-IN" dirty="0"/>
              <a:t>Frequency auto-tuning</a:t>
            </a:r>
          </a:p>
          <a:p>
            <a:r>
              <a:rPr lang="en-IN" dirty="0"/>
              <a:t>Data reception &amp; logging</a:t>
            </a:r>
          </a:p>
          <a:p>
            <a:r>
              <a:rPr lang="en-IN" dirty="0"/>
              <a:t>The system automatically tunes according to satellite frequency.</a:t>
            </a:r>
            <a:endParaRPr lang="en-IN" dirty="0">
              <a:ea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5866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c 56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29F6B-DEF8-963C-73A0-AC15BF17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Dashboard &amp; Data Monitoring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89EE68-7F9E-2791-9213-E24240DB9A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9358733"/>
              </p:ext>
            </p:extLst>
          </p:nvPr>
        </p:nvGraphicFramePr>
        <p:xfrm>
          <a:off x="5237018" y="653693"/>
          <a:ext cx="6303729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9210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E7414-D5E2-9AE0-B5E9-54B676B79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5600"/>
              <a:t>Applications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839809-1942-E380-5DC6-7012E748A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015586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779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7D144591-E9E9-4209-8701-3BB48A917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ABBD5F-1B5A-C984-3814-7D49F02E4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6084" y="547712"/>
            <a:ext cx="3337715" cy="5577367"/>
          </a:xfrm>
        </p:spPr>
        <p:txBody>
          <a:bodyPr>
            <a:normAutofit/>
          </a:bodyPr>
          <a:lstStyle/>
          <a:p>
            <a:r>
              <a:rPr lang="en-IN" sz="5200"/>
              <a:t>Cost &amp; Conclusion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574806C-6E3D-0FDA-714B-26A43DA2BF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5743908"/>
              </p:ext>
            </p:extLst>
          </p:nvPr>
        </p:nvGraphicFramePr>
        <p:xfrm>
          <a:off x="838200" y="620392"/>
          <a:ext cx="6630174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5767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316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GROUND STATION FOR TRACKING LoRa SATELLITES </vt:lpstr>
      <vt:lpstr>Introduction</vt:lpstr>
      <vt:lpstr>What is LoRa?</vt:lpstr>
      <vt:lpstr>Problem Formulation</vt:lpstr>
      <vt:lpstr>Objectives</vt:lpstr>
      <vt:lpstr>System Overview</vt:lpstr>
      <vt:lpstr>Hardware Components</vt:lpstr>
      <vt:lpstr>Methodology</vt:lpstr>
      <vt:lpstr>Dashboard &amp; Data Monitoring</vt:lpstr>
      <vt:lpstr>Applications</vt:lpstr>
      <vt:lpstr>Cost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MANPUNEET SINGH</dc:creator>
  <cp:lastModifiedBy>MANPUNEET SINGH</cp:lastModifiedBy>
  <cp:revision>69</cp:revision>
  <dcterms:created xsi:type="dcterms:W3CDTF">2026-02-05T05:33:35Z</dcterms:created>
  <dcterms:modified xsi:type="dcterms:W3CDTF">2026-02-05T06:43:17Z</dcterms:modified>
</cp:coreProperties>
</file>